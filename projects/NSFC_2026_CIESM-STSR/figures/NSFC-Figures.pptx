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196658" y="208148"/>
            <a:ext cx="3030925" cy="4685299"/>
          </a:xfrm>
          <a:prstGeom prst="roundRect">
            <a:avLst>
              <a:gd name="adj" fmla="val 2270"/>
            </a:avLst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4205054" y="1694898"/>
            <a:ext cx="3147532" cy="3198548"/>
          </a:xfrm>
          <a:prstGeom prst="roundRect">
            <a:avLst>
              <a:gd name="adj" fmla="val 1954"/>
            </a:avLst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4624" y="200860"/>
            <a:ext cx="2877877" cy="2579069"/>
          </a:xfrm>
          <a:prstGeom prst="roundRect">
            <a:avLst>
              <a:gd name="adj" fmla="val 2667"/>
            </a:avLst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8774624" y="3203512"/>
            <a:ext cx="2870589" cy="1770102"/>
          </a:xfrm>
          <a:prstGeom prst="roundRect">
            <a:avLst>
              <a:gd name="adj" fmla="val 3887"/>
            </a:avLst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205216" y="5850323"/>
            <a:ext cx="11701094" cy="732667"/>
          </a:xfrm>
          <a:prstGeom prst="roundRect">
            <a:avLst>
              <a:gd name="adj" fmla="val 9216"/>
            </a:avLst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32218" y="243708"/>
            <a:ext cx="2959805" cy="4614179"/>
          </a:xfrm>
          <a:prstGeom prst="roundRect">
            <a:avLst>
              <a:gd name="adj" fmla="val 112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240614" y="1730458"/>
            <a:ext cx="3076412" cy="3127428"/>
          </a:xfrm>
          <a:prstGeom prst="roundRect">
            <a:avLst>
              <a:gd name="adj" fmla="val 84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810184" y="236420"/>
            <a:ext cx="2806757" cy="2507949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8810184" y="3239072"/>
            <a:ext cx="2799469" cy="1698982"/>
          </a:xfrm>
          <a:prstGeom prst="roundRect">
            <a:avLst>
              <a:gd name="adj" fmla="val 19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238236" y="5883343"/>
            <a:ext cx="11635054" cy="666627"/>
          </a:xfrm>
          <a:prstGeom prst="roundRect">
            <a:avLst>
              <a:gd name="adj" fmla="val 51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372537" y="1608409"/>
            <a:ext cx="2657303" cy="2657303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355273" y="1969013"/>
            <a:ext cx="2839806" cy="82832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355273" y="2931028"/>
            <a:ext cx="2839806" cy="82832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355273" y="3885755"/>
            <a:ext cx="2839806" cy="82832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8996136" y="866939"/>
            <a:ext cx="2420277" cy="164775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8937832" y="3935183"/>
            <a:ext cx="2544173" cy="816919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91587" y="1627459"/>
            <a:ext cx="2619203" cy="26192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4367338" y="1981078"/>
            <a:ext cx="2815676" cy="80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4367338" y="2943093"/>
            <a:ext cx="2815676" cy="80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4367338" y="3897820"/>
            <a:ext cx="2815676" cy="804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9011376" y="882179"/>
            <a:ext cx="2389797" cy="161727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8953072" y="3950423"/>
            <a:ext cx="2513693" cy="78643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olygon 24"/>
          <p:cNvSpPr/>
          <p:nvPr/>
        </p:nvSpPr>
        <p:spPr>
          <a:xfrm>
            <a:off x="3996906" y="2769437"/>
            <a:ext cx="145760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Polygon 25"/>
          <p:cNvSpPr/>
          <p:nvPr/>
        </p:nvSpPr>
        <p:spPr>
          <a:xfrm>
            <a:off x="8508173" y="2769437"/>
            <a:ext cx="15304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Polygon 26"/>
          <p:cNvSpPr/>
          <p:nvPr/>
        </p:nvSpPr>
        <p:spPr>
          <a:xfrm>
            <a:off x="1599157" y="4926682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230122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4368594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4507065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4645537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4784009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4922481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060953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199425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5337896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5476368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5614840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5753312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5891784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6030256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6168728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6307199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6445671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6584143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6722615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6861087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6999559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7138030" y="198017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7276502" y="198017"/>
            <a:ext cx="5101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7314183" y="211352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7314183" y="349824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7314183" y="488295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7314183" y="626767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7314183" y="765239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7314183" y="903711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7314183" y="1042183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7314183" y="1180655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7314183" y="1319126"/>
            <a:ext cx="26670" cy="80168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7240062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7101590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963119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824647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6686175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6547703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6409231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6270759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6132288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5993816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5855344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5716872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5578400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5439928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5301457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5162985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5024513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4886041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4747569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4609097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4470625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4332154" y="1385959"/>
            <a:ext cx="8745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4230122" y="1385959"/>
            <a:ext cx="51016" cy="2667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4216787" y="1311838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4216787" y="1173367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4216787" y="1034895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4216787" y="896423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4216787" y="757951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4216787" y="619479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4216787" y="481007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4216787" y="342536"/>
            <a:ext cx="2667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4216787" y="211352"/>
            <a:ext cx="26670" cy="80168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4677200" y="1399294"/>
            <a:ext cx="2413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4677200" y="1537766"/>
            <a:ext cx="2413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4677200" y="1676238"/>
            <a:ext cx="24130" cy="3644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6841734" y="1399294"/>
            <a:ext cx="2413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6841734" y="1537766"/>
            <a:ext cx="24130" cy="87456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6841734" y="1676238"/>
            <a:ext cx="24130" cy="36440"/>
          </a:xfrm>
          <a:prstGeom prst="rect">
            <a:avLst/>
          </a:prstGeom>
          <a:solidFill>
            <a:srgbClr val="427CC9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919137" y="1617934"/>
            <a:ext cx="19050" cy="2638253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1451160" y="1617934"/>
            <a:ext cx="19050" cy="2638253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1968607" y="1617934"/>
            <a:ext cx="19050" cy="2638253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2486055" y="1617934"/>
            <a:ext cx="19050" cy="2638253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382062" y="2136060"/>
            <a:ext cx="2638253" cy="19050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382062" y="2663710"/>
            <a:ext cx="2638253" cy="19050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382062" y="3191361"/>
            <a:ext cx="2638253" cy="19050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382062" y="3719011"/>
            <a:ext cx="2638253" cy="19050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4521611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4687949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4854286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5020624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5186962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5353299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5519637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5685975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5852312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6018650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6184988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6351325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6517663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6684001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6850338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7016676" y="1975046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4361306" y="2132264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4361306" y="2295515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4361306" y="2458766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4361306" y="2622017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4521611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4687949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4854286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5020624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5186962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5353299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5519637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5685975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5852312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6018650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6184988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6351325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6517663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6684001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6850338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7016676" y="2937061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4361306" y="3094279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4361306" y="3257530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4361306" y="3420781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4361306" y="3584032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4521611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4687949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4854286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5020624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5186962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5353299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5519637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5685975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5852312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6018650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6184988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6351325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6517663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6684001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6850338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7016676" y="3891787"/>
            <a:ext cx="12065" cy="81625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4361306" y="4049006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4361306" y="4212257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4361306" y="4375508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4361306" y="4538759"/>
            <a:ext cx="2827741" cy="12065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10198655" y="874559"/>
            <a:ext cx="15240" cy="163251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9003756" y="1683194"/>
            <a:ext cx="2405037" cy="15240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10202299" y="3942803"/>
            <a:ext cx="15240" cy="801679"/>
          </a:xfrm>
          <a:prstGeom prst="rect">
            <a:avLst/>
          </a:prstGeom>
          <a:solidFill>
            <a:srgbClr val="15569E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2099156" y="6041745"/>
            <a:ext cx="20320" cy="349824"/>
          </a:xfrm>
          <a:prstGeom prst="rect">
            <a:avLst/>
          </a:prstGeom>
          <a:solidFill>
            <a:srgbClr val="0C1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3224379" y="2840383"/>
            <a:ext cx="794391" cy="3302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7422262" y="2840383"/>
            <a:ext cx="1115063" cy="3302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11642009" y="1707901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11780481" y="1707901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11918953" y="1707901"/>
            <a:ext cx="5101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11957904" y="1719966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11957904" y="1858438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11957904" y="1996910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11957904" y="2135382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11957904" y="2273853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11957904" y="2412325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11957904" y="2550797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11957904" y="2689269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11957904" y="2827741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11957904" y="2966213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11957904" y="3104684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11957904" y="3243156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11957904" y="3381628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11957904" y="3520100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11957904" y="3658572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11957904" y="3797044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11957904" y="3935515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11957904" y="4073987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11957904" y="4212459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11957904" y="4350931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11957904" y="4489403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11957904" y="4627875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11957904" y="4766346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11957904" y="4904818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11957904" y="5043290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11957904" y="5181762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11957904" y="5320234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11957904" y="5458706"/>
            <a:ext cx="24130" cy="21864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1188251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1174404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1160556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1146709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1132862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1119015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1105168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1091321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1077473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1063626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1049779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1035932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1022085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1008237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994390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980543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966696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952849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939002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925154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911307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897460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883613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869766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855918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842071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828224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814377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800530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786683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772835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758988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745141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731294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717447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703599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689752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675905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662058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648211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634363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620516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606669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592822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Rect 246"/>
          <p:cNvSpPr/>
          <p:nvPr/>
        </p:nvSpPr>
        <p:spPr>
          <a:xfrm>
            <a:off x="578975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Rect 247"/>
          <p:cNvSpPr/>
          <p:nvPr/>
        </p:nvSpPr>
        <p:spPr>
          <a:xfrm>
            <a:off x="565128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Rect 248"/>
          <p:cNvSpPr/>
          <p:nvPr/>
        </p:nvSpPr>
        <p:spPr>
          <a:xfrm>
            <a:off x="551280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Rect 249"/>
          <p:cNvSpPr/>
          <p:nvPr/>
        </p:nvSpPr>
        <p:spPr>
          <a:xfrm>
            <a:off x="537433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523586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509739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495892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482044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Rect 254"/>
          <p:cNvSpPr/>
          <p:nvPr/>
        </p:nvSpPr>
        <p:spPr>
          <a:xfrm>
            <a:off x="468197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Rect 255"/>
          <p:cNvSpPr/>
          <p:nvPr/>
        </p:nvSpPr>
        <p:spPr>
          <a:xfrm>
            <a:off x="454350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Rect 256"/>
          <p:cNvSpPr/>
          <p:nvPr/>
        </p:nvSpPr>
        <p:spPr>
          <a:xfrm>
            <a:off x="440503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Rect 257"/>
          <p:cNvSpPr/>
          <p:nvPr/>
        </p:nvSpPr>
        <p:spPr>
          <a:xfrm>
            <a:off x="426656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Rect 258"/>
          <p:cNvSpPr/>
          <p:nvPr/>
        </p:nvSpPr>
        <p:spPr>
          <a:xfrm>
            <a:off x="412809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Rect 259"/>
          <p:cNvSpPr/>
          <p:nvPr/>
        </p:nvSpPr>
        <p:spPr>
          <a:xfrm>
            <a:off x="398961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Rect 260"/>
          <p:cNvSpPr/>
          <p:nvPr/>
        </p:nvSpPr>
        <p:spPr>
          <a:xfrm>
            <a:off x="385114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371267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357420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3435731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329725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3158787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3020315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2881843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274337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260490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2466428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2327956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2189484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2051012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1912540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1774069" y="5468505"/>
            <a:ext cx="87456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1679325" y="5468505"/>
            <a:ext cx="43728" cy="2413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1667260" y="5393114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1667260" y="5254642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Rect 279"/>
          <p:cNvSpPr/>
          <p:nvPr/>
        </p:nvSpPr>
        <p:spPr>
          <a:xfrm>
            <a:off x="1667260" y="5116170"/>
            <a:ext cx="24130" cy="87456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Rect 280"/>
          <p:cNvSpPr/>
          <p:nvPr/>
        </p:nvSpPr>
        <p:spPr>
          <a:xfrm>
            <a:off x="1667260" y="5036002"/>
            <a:ext cx="24130" cy="29152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TextBox 281"/>
          <p:cNvSpPr txBox="1"/>
          <p:nvPr/>
        </p:nvSpPr>
        <p:spPr>
          <a:xfrm>
            <a:off x="928662" y="349824"/>
            <a:ext cx="1596070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大尺度状态</a:t>
            </a:r>
            <a:endParaRPr lang="zh-CN" sz="2300"/>
          </a:p>
        </p:txBody>
      </p:sp>
      <p:sp>
        <p:nvSpPr>
          <p:cNvPr id="282" name="TextBox 282"/>
          <p:cNvSpPr txBox="1"/>
          <p:nvPr/>
        </p:nvSpPr>
        <p:spPr>
          <a:xfrm>
            <a:off x="1365941" y="765239"/>
            <a:ext cx="794391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CIESM</a:t>
            </a:r>
            <a:endParaRPr lang="zh-CN" sz="1750"/>
          </a:p>
        </p:txBody>
      </p:sp>
      <p:sp>
        <p:nvSpPr>
          <p:cNvPr id="283" name="TextBox 283"/>
          <p:cNvSpPr txBox="1"/>
          <p:nvPr/>
        </p:nvSpPr>
        <p:spPr>
          <a:xfrm>
            <a:off x="1365941" y="1027607"/>
            <a:ext cx="779815" cy="32796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粗网格</a:t>
            </a:r>
            <a:endParaRPr lang="zh-CN" sz="1700"/>
          </a:p>
        </p:txBody>
      </p:sp>
      <p:sp>
        <p:nvSpPr>
          <p:cNvPr id="284" name="TextBox 284"/>
          <p:cNvSpPr txBox="1"/>
          <p:nvPr/>
        </p:nvSpPr>
        <p:spPr>
          <a:xfrm>
            <a:off x="5133833" y="276944"/>
            <a:ext cx="1319126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地形条件</a:t>
            </a:r>
            <a:endParaRPr lang="zh-CN" sz="2300"/>
          </a:p>
        </p:txBody>
      </p:sp>
      <p:sp>
        <p:nvSpPr>
          <p:cNvPr id="285" name="TextBox 285"/>
          <p:cNvSpPr txBox="1"/>
          <p:nvPr/>
        </p:nvSpPr>
        <p:spPr>
          <a:xfrm>
            <a:off x="5199425" y="714223"/>
            <a:ext cx="1173367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山地与盆地</a:t>
            </a:r>
            <a:endParaRPr lang="zh-CN" sz="1700"/>
          </a:p>
        </p:txBody>
      </p:sp>
      <p:sp>
        <p:nvSpPr>
          <p:cNvPr id="286" name="TextBox 286"/>
          <p:cNvSpPr txBox="1"/>
          <p:nvPr/>
        </p:nvSpPr>
        <p:spPr>
          <a:xfrm>
            <a:off x="5323321" y="998455"/>
            <a:ext cx="940151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局地差异</a:t>
            </a:r>
            <a:endParaRPr lang="zh-CN" sz="1700"/>
          </a:p>
        </p:txBody>
      </p:sp>
      <p:sp>
        <p:nvSpPr>
          <p:cNvPr id="287" name="TextBox 287"/>
          <p:cNvSpPr txBox="1"/>
          <p:nvPr/>
        </p:nvSpPr>
        <p:spPr>
          <a:xfrm>
            <a:off x="3231667" y="2383173"/>
            <a:ext cx="932863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粗尺度条件</a:t>
            </a:r>
            <a:endParaRPr lang="zh-CN" sz="1350"/>
          </a:p>
        </p:txBody>
      </p:sp>
      <p:sp>
        <p:nvSpPr>
          <p:cNvPr id="288" name="TextBox 288"/>
          <p:cNvSpPr txBox="1"/>
          <p:nvPr/>
        </p:nvSpPr>
        <p:spPr>
          <a:xfrm>
            <a:off x="7670054" y="2383173"/>
            <a:ext cx="765239" cy="26965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局地重建</a:t>
            </a:r>
            <a:endParaRPr lang="zh-CN" sz="1350"/>
          </a:p>
        </p:txBody>
      </p:sp>
      <p:sp>
        <p:nvSpPr>
          <p:cNvPr id="289" name="TextBox 289"/>
          <p:cNvSpPr txBox="1"/>
          <p:nvPr/>
        </p:nvSpPr>
        <p:spPr>
          <a:xfrm>
            <a:off x="9586796" y="349824"/>
            <a:ext cx="1289974" cy="4154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联合重建</a:t>
            </a:r>
            <a:endParaRPr lang="zh-CN" sz="2300"/>
          </a:p>
        </p:txBody>
      </p:sp>
      <p:sp>
        <p:nvSpPr>
          <p:cNvPr id="290" name="TextBox 290"/>
          <p:cNvSpPr txBox="1"/>
          <p:nvPr/>
        </p:nvSpPr>
        <p:spPr>
          <a:xfrm>
            <a:off x="9360868" y="1100487"/>
            <a:ext cx="50287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气温</a:t>
            </a:r>
            <a:endParaRPr lang="zh-CN" sz="1700"/>
          </a:p>
        </p:txBody>
      </p:sp>
      <p:sp>
        <p:nvSpPr>
          <p:cNvPr id="291" name="TextBox 291"/>
          <p:cNvSpPr txBox="1"/>
          <p:nvPr/>
        </p:nvSpPr>
        <p:spPr>
          <a:xfrm>
            <a:off x="10614402" y="1100487"/>
            <a:ext cx="31338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风</a:t>
            </a:r>
            <a:endParaRPr lang="zh-CN" sz="1700"/>
          </a:p>
        </p:txBody>
      </p:sp>
      <p:sp>
        <p:nvSpPr>
          <p:cNvPr id="292" name="TextBox 292"/>
          <p:cNvSpPr txBox="1"/>
          <p:nvPr/>
        </p:nvSpPr>
        <p:spPr>
          <a:xfrm>
            <a:off x="9360868" y="1916742"/>
            <a:ext cx="50287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辐射</a:t>
            </a:r>
            <a:endParaRPr lang="zh-CN" sz="1700"/>
          </a:p>
        </p:txBody>
      </p:sp>
      <p:sp>
        <p:nvSpPr>
          <p:cNvPr id="293" name="TextBox 293"/>
          <p:cNvSpPr txBox="1"/>
          <p:nvPr/>
        </p:nvSpPr>
        <p:spPr>
          <a:xfrm>
            <a:off x="10548810" y="1916742"/>
            <a:ext cx="48829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降水</a:t>
            </a:r>
            <a:endParaRPr lang="zh-CN" sz="1700"/>
          </a:p>
        </p:txBody>
      </p:sp>
      <p:sp>
        <p:nvSpPr>
          <p:cNvPr id="294" name="TextBox 294"/>
          <p:cNvSpPr txBox="1"/>
          <p:nvPr/>
        </p:nvSpPr>
        <p:spPr>
          <a:xfrm>
            <a:off x="9375444" y="3381628"/>
            <a:ext cx="164708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待检验问题</a:t>
            </a:r>
            <a:endParaRPr lang="zh-CN" sz="2300"/>
          </a:p>
        </p:txBody>
      </p:sp>
      <p:sp>
        <p:nvSpPr>
          <p:cNvPr id="295" name="TextBox 295"/>
          <p:cNvSpPr txBox="1"/>
          <p:nvPr/>
        </p:nvSpPr>
        <p:spPr>
          <a:xfrm>
            <a:off x="9025620" y="4197883"/>
            <a:ext cx="1100487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共享表征收益</a:t>
            </a:r>
            <a:endParaRPr lang="zh-CN" sz="1350"/>
          </a:p>
        </p:txBody>
      </p:sp>
      <p:sp>
        <p:nvSpPr>
          <p:cNvPr id="296" name="TextBox 296"/>
          <p:cNvSpPr txBox="1"/>
          <p:nvPr/>
        </p:nvSpPr>
        <p:spPr>
          <a:xfrm>
            <a:off x="10257291" y="4197883"/>
            <a:ext cx="1151503" cy="29880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35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一致性与细节</a:t>
            </a:r>
            <a:endParaRPr lang="zh-CN" sz="1350"/>
          </a:p>
        </p:txBody>
      </p:sp>
      <p:sp>
        <p:nvSpPr>
          <p:cNvPr id="297" name="TextBox 297"/>
          <p:cNvSpPr txBox="1"/>
          <p:nvPr/>
        </p:nvSpPr>
        <p:spPr>
          <a:xfrm>
            <a:off x="556974" y="6012593"/>
            <a:ext cx="1217095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 b="1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 lang="zh-CN" sz="2050"/>
          </a:p>
        </p:txBody>
      </p:sp>
      <p:sp>
        <p:nvSpPr>
          <p:cNvPr id="298" name="TextBox 298"/>
          <p:cNvSpPr txBox="1"/>
          <p:nvPr/>
        </p:nvSpPr>
        <p:spPr>
          <a:xfrm>
            <a:off x="2378972" y="6049033"/>
            <a:ext cx="1435734" cy="32067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00">
                <a:solidFill>
                  <a:srgbClr val="090909"/>
                </a:solidFill>
                <a:latin typeface="Noto Sans CJK SC"/>
                <a:ea typeface="Noto Sans CJK SC"/>
                <a:cs typeface="Noto Sans CJK SC"/>
              </a:rPr>
              <a:t>研究方案示意</a:t>
            </a:r>
            <a:endParaRPr lang="zh-CN"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1546319" y="1792846"/>
            <a:ext cx="32796" cy="561175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10561564" y="1792846"/>
            <a:ext cx="32796" cy="561175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838115" y="3350654"/>
            <a:ext cx="306096" cy="32796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5862632" y="3350654"/>
            <a:ext cx="276944" cy="32796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8763252" y="3350654"/>
            <a:ext cx="386264" cy="32796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1546319" y="4358219"/>
            <a:ext cx="32796" cy="685071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10925964" y="4358219"/>
            <a:ext cx="32796" cy="685071"/>
          </a:xfrm>
          <a:prstGeom prst="rect">
            <a:avLst/>
          </a:pr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13668" y="1792846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4013668" y="1938606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4013668" y="2084366"/>
            <a:ext cx="24779" cy="5101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4026058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4171818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4317578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oundrect 15"/>
          <p:cNvSpPr/>
          <p:nvPr/>
        </p:nvSpPr>
        <p:spPr>
          <a:xfrm>
            <a:off x="4463338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oundrect 16"/>
          <p:cNvSpPr/>
          <p:nvPr/>
        </p:nvSpPr>
        <p:spPr>
          <a:xfrm>
            <a:off x="4609097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oundrect 17"/>
          <p:cNvSpPr/>
          <p:nvPr/>
        </p:nvSpPr>
        <p:spPr>
          <a:xfrm>
            <a:off x="4754857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900617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5046377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5192137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533789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48365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562941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577517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592093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6066696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621245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635821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650397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664973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679549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6941255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7087014" y="2122992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7232774" y="2122992"/>
            <a:ext cx="36440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oundrect 35"/>
          <p:cNvSpPr/>
          <p:nvPr/>
        </p:nvSpPr>
        <p:spPr>
          <a:xfrm>
            <a:off x="4713316" y="2135382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oundrect 36"/>
          <p:cNvSpPr/>
          <p:nvPr/>
        </p:nvSpPr>
        <p:spPr>
          <a:xfrm>
            <a:off x="4713316" y="2281141"/>
            <a:ext cx="24779" cy="72880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oundrect 37"/>
          <p:cNvSpPr/>
          <p:nvPr/>
        </p:nvSpPr>
        <p:spPr>
          <a:xfrm>
            <a:off x="7256825" y="2135382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oundrect 38"/>
          <p:cNvSpPr/>
          <p:nvPr/>
        </p:nvSpPr>
        <p:spPr>
          <a:xfrm>
            <a:off x="7256825" y="2281141"/>
            <a:ext cx="24779" cy="72880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oundrect 39"/>
          <p:cNvSpPr/>
          <p:nvPr/>
        </p:nvSpPr>
        <p:spPr>
          <a:xfrm>
            <a:off x="449248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oundrect 40"/>
          <p:cNvSpPr/>
          <p:nvPr/>
        </p:nvSpPr>
        <p:spPr>
          <a:xfrm>
            <a:off x="463824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oundrect 41"/>
          <p:cNvSpPr/>
          <p:nvPr/>
        </p:nvSpPr>
        <p:spPr>
          <a:xfrm>
            <a:off x="478400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oundrect 42"/>
          <p:cNvSpPr/>
          <p:nvPr/>
        </p:nvSpPr>
        <p:spPr>
          <a:xfrm>
            <a:off x="492976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oundrect 43"/>
          <p:cNvSpPr/>
          <p:nvPr/>
        </p:nvSpPr>
        <p:spPr>
          <a:xfrm>
            <a:off x="507552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oundrect 44"/>
          <p:cNvSpPr/>
          <p:nvPr/>
        </p:nvSpPr>
        <p:spPr>
          <a:xfrm>
            <a:off x="5221289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oundrect 45"/>
          <p:cNvSpPr/>
          <p:nvPr/>
        </p:nvSpPr>
        <p:spPr>
          <a:xfrm>
            <a:off x="536704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oundrect 46"/>
          <p:cNvSpPr/>
          <p:nvPr/>
        </p:nvSpPr>
        <p:spPr>
          <a:xfrm>
            <a:off x="551280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oundrect 47"/>
          <p:cNvSpPr/>
          <p:nvPr/>
        </p:nvSpPr>
        <p:spPr>
          <a:xfrm>
            <a:off x="565856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oundrect 48"/>
          <p:cNvSpPr/>
          <p:nvPr/>
        </p:nvSpPr>
        <p:spPr>
          <a:xfrm>
            <a:off x="580432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oundrect 49"/>
          <p:cNvSpPr/>
          <p:nvPr/>
        </p:nvSpPr>
        <p:spPr>
          <a:xfrm>
            <a:off x="595008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oundrect 50"/>
          <p:cNvSpPr/>
          <p:nvPr/>
        </p:nvSpPr>
        <p:spPr>
          <a:xfrm>
            <a:off x="6095848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oundrect 51"/>
          <p:cNvSpPr/>
          <p:nvPr/>
        </p:nvSpPr>
        <p:spPr>
          <a:xfrm>
            <a:off x="624160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oundrect 52"/>
          <p:cNvSpPr/>
          <p:nvPr/>
        </p:nvSpPr>
        <p:spPr>
          <a:xfrm>
            <a:off x="638736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oundrect 53"/>
          <p:cNvSpPr/>
          <p:nvPr/>
        </p:nvSpPr>
        <p:spPr>
          <a:xfrm>
            <a:off x="653312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oundrect 54"/>
          <p:cNvSpPr/>
          <p:nvPr/>
        </p:nvSpPr>
        <p:spPr>
          <a:xfrm>
            <a:off x="667888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oundrect 55"/>
          <p:cNvSpPr/>
          <p:nvPr/>
        </p:nvSpPr>
        <p:spPr>
          <a:xfrm>
            <a:off x="682464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oundrect 56"/>
          <p:cNvSpPr/>
          <p:nvPr/>
        </p:nvSpPr>
        <p:spPr>
          <a:xfrm>
            <a:off x="6970407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oundrect 57"/>
          <p:cNvSpPr/>
          <p:nvPr/>
        </p:nvSpPr>
        <p:spPr>
          <a:xfrm>
            <a:off x="711616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oundrect 58"/>
          <p:cNvSpPr/>
          <p:nvPr/>
        </p:nvSpPr>
        <p:spPr>
          <a:xfrm>
            <a:off x="726192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oundrect 59"/>
          <p:cNvSpPr/>
          <p:nvPr/>
        </p:nvSpPr>
        <p:spPr>
          <a:xfrm>
            <a:off x="740768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oundrect 60"/>
          <p:cNvSpPr/>
          <p:nvPr/>
        </p:nvSpPr>
        <p:spPr>
          <a:xfrm>
            <a:off x="755344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oundrect 61"/>
          <p:cNvSpPr/>
          <p:nvPr/>
        </p:nvSpPr>
        <p:spPr>
          <a:xfrm>
            <a:off x="769920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oundrect 62"/>
          <p:cNvSpPr/>
          <p:nvPr/>
        </p:nvSpPr>
        <p:spPr>
          <a:xfrm>
            <a:off x="7844966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oundrect 63"/>
          <p:cNvSpPr/>
          <p:nvPr/>
        </p:nvSpPr>
        <p:spPr>
          <a:xfrm>
            <a:off x="799072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oundrect 64"/>
          <p:cNvSpPr/>
          <p:nvPr/>
        </p:nvSpPr>
        <p:spPr>
          <a:xfrm>
            <a:off x="813648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oundrect 65"/>
          <p:cNvSpPr/>
          <p:nvPr/>
        </p:nvSpPr>
        <p:spPr>
          <a:xfrm>
            <a:off x="828224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oundrect 66"/>
          <p:cNvSpPr/>
          <p:nvPr/>
        </p:nvSpPr>
        <p:spPr>
          <a:xfrm>
            <a:off x="842800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oundrect 67"/>
          <p:cNvSpPr/>
          <p:nvPr/>
        </p:nvSpPr>
        <p:spPr>
          <a:xfrm>
            <a:off x="857376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oundrect 68"/>
          <p:cNvSpPr/>
          <p:nvPr/>
        </p:nvSpPr>
        <p:spPr>
          <a:xfrm>
            <a:off x="8719525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oundrect 69"/>
          <p:cNvSpPr/>
          <p:nvPr/>
        </p:nvSpPr>
        <p:spPr>
          <a:xfrm>
            <a:off x="886528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oundrect 70"/>
          <p:cNvSpPr/>
          <p:nvPr/>
        </p:nvSpPr>
        <p:spPr>
          <a:xfrm>
            <a:off x="901104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oundrect 71"/>
          <p:cNvSpPr/>
          <p:nvPr/>
        </p:nvSpPr>
        <p:spPr>
          <a:xfrm>
            <a:off x="915680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oundrect 72"/>
          <p:cNvSpPr/>
          <p:nvPr/>
        </p:nvSpPr>
        <p:spPr>
          <a:xfrm>
            <a:off x="930256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oundrect 73"/>
          <p:cNvSpPr/>
          <p:nvPr/>
        </p:nvSpPr>
        <p:spPr>
          <a:xfrm>
            <a:off x="944832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oundrect 74"/>
          <p:cNvSpPr/>
          <p:nvPr/>
        </p:nvSpPr>
        <p:spPr>
          <a:xfrm>
            <a:off x="9594084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oundrect 75"/>
          <p:cNvSpPr/>
          <p:nvPr/>
        </p:nvSpPr>
        <p:spPr>
          <a:xfrm>
            <a:off x="9739843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oundrect 76"/>
          <p:cNvSpPr/>
          <p:nvPr/>
        </p:nvSpPr>
        <p:spPr>
          <a:xfrm>
            <a:off x="9885603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oundrect 77"/>
          <p:cNvSpPr/>
          <p:nvPr/>
        </p:nvSpPr>
        <p:spPr>
          <a:xfrm>
            <a:off x="10031363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oundrect 78"/>
          <p:cNvSpPr/>
          <p:nvPr/>
        </p:nvSpPr>
        <p:spPr>
          <a:xfrm>
            <a:off x="10177123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oundrect 79"/>
          <p:cNvSpPr/>
          <p:nvPr/>
        </p:nvSpPr>
        <p:spPr>
          <a:xfrm>
            <a:off x="10322883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oundrect 80"/>
          <p:cNvSpPr/>
          <p:nvPr/>
        </p:nvSpPr>
        <p:spPr>
          <a:xfrm>
            <a:off x="10468642" y="4717517"/>
            <a:ext cx="87456" cy="24779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oundrect 81"/>
          <p:cNvSpPr/>
          <p:nvPr/>
        </p:nvSpPr>
        <p:spPr>
          <a:xfrm>
            <a:off x="4480100" y="4642451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oundrect 82"/>
          <p:cNvSpPr/>
          <p:nvPr/>
        </p:nvSpPr>
        <p:spPr>
          <a:xfrm>
            <a:off x="4480100" y="4511267"/>
            <a:ext cx="24779" cy="72880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oundrect 83"/>
          <p:cNvSpPr/>
          <p:nvPr/>
        </p:nvSpPr>
        <p:spPr>
          <a:xfrm>
            <a:off x="10602013" y="4642451"/>
            <a:ext cx="24779" cy="87456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oundrect 84"/>
          <p:cNvSpPr/>
          <p:nvPr/>
        </p:nvSpPr>
        <p:spPr>
          <a:xfrm>
            <a:off x="10602013" y="4511267"/>
            <a:ext cx="24779" cy="72880"/>
          </a:xfrm>
          <a:prstGeom prst="roundRect">
            <a:avLst>
              <a:gd name="adj" fmla="val 50000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oundrect 85"/>
          <p:cNvSpPr/>
          <p:nvPr/>
        </p:nvSpPr>
        <p:spPr>
          <a:xfrm>
            <a:off x="229014" y="160336"/>
            <a:ext cx="4802786" cy="1639798"/>
          </a:xfrm>
          <a:prstGeom prst="roundRect">
            <a:avLst>
              <a:gd name="adj" fmla="val 5333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oundrect 86"/>
          <p:cNvSpPr/>
          <p:nvPr/>
        </p:nvSpPr>
        <p:spPr>
          <a:xfrm>
            <a:off x="6591431" y="160336"/>
            <a:ext cx="5057866" cy="1639798"/>
          </a:xfrm>
          <a:prstGeom prst="roundRect">
            <a:avLst>
              <a:gd name="adj" fmla="val 5333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oundrect 87"/>
          <p:cNvSpPr/>
          <p:nvPr/>
        </p:nvSpPr>
        <p:spPr>
          <a:xfrm>
            <a:off x="229014" y="2499781"/>
            <a:ext cx="2616389" cy="1865726"/>
          </a:xfrm>
          <a:prstGeom prst="roundRect">
            <a:avLst>
              <a:gd name="adj" fmla="val 4688"/>
            </a:avLst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oundrect 88"/>
          <p:cNvSpPr/>
          <p:nvPr/>
        </p:nvSpPr>
        <p:spPr>
          <a:xfrm>
            <a:off x="3282683" y="2499781"/>
            <a:ext cx="2587237" cy="1865726"/>
          </a:xfrm>
          <a:prstGeom prst="roundRect">
            <a:avLst>
              <a:gd name="adj" fmla="val 4688"/>
            </a:avLst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oundrect 89"/>
          <p:cNvSpPr/>
          <p:nvPr/>
        </p:nvSpPr>
        <p:spPr>
          <a:xfrm>
            <a:off x="6270759" y="2499781"/>
            <a:ext cx="2499781" cy="1865726"/>
          </a:xfrm>
          <a:prstGeom prst="roundRect">
            <a:avLst>
              <a:gd name="adj" fmla="val 4688"/>
            </a:avLst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oundrect 90"/>
          <p:cNvSpPr/>
          <p:nvPr/>
        </p:nvSpPr>
        <p:spPr>
          <a:xfrm>
            <a:off x="9280700" y="2499781"/>
            <a:ext cx="2674693" cy="1865726"/>
          </a:xfrm>
          <a:prstGeom prst="roundRect">
            <a:avLst>
              <a:gd name="adj" fmla="val 4688"/>
            </a:avLst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oundrect 91"/>
          <p:cNvSpPr/>
          <p:nvPr/>
        </p:nvSpPr>
        <p:spPr>
          <a:xfrm>
            <a:off x="229014" y="5181762"/>
            <a:ext cx="11726378" cy="1413870"/>
          </a:xfrm>
          <a:prstGeom prst="roundRect">
            <a:avLst>
              <a:gd name="adj" fmla="val 6186"/>
            </a:avLst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oundrect 92"/>
          <p:cNvSpPr/>
          <p:nvPr/>
        </p:nvSpPr>
        <p:spPr>
          <a:xfrm>
            <a:off x="265454" y="196776"/>
            <a:ext cx="4729906" cy="1566918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oundrect 93"/>
          <p:cNvSpPr/>
          <p:nvPr/>
        </p:nvSpPr>
        <p:spPr>
          <a:xfrm>
            <a:off x="6627871" y="196776"/>
            <a:ext cx="4984986" cy="1566918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oundrect 94"/>
          <p:cNvSpPr/>
          <p:nvPr/>
        </p:nvSpPr>
        <p:spPr>
          <a:xfrm>
            <a:off x="265454" y="2536221"/>
            <a:ext cx="2543509" cy="1792846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oundrect 95"/>
          <p:cNvSpPr/>
          <p:nvPr/>
        </p:nvSpPr>
        <p:spPr>
          <a:xfrm>
            <a:off x="3319123" y="2536221"/>
            <a:ext cx="2514357" cy="1792846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oundrect 96"/>
          <p:cNvSpPr/>
          <p:nvPr/>
        </p:nvSpPr>
        <p:spPr>
          <a:xfrm>
            <a:off x="6307199" y="2536221"/>
            <a:ext cx="2426901" cy="1792846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oundrect 97"/>
          <p:cNvSpPr/>
          <p:nvPr/>
        </p:nvSpPr>
        <p:spPr>
          <a:xfrm>
            <a:off x="9317140" y="2536221"/>
            <a:ext cx="2601813" cy="1792846"/>
          </a:xfrm>
          <a:prstGeom prst="roundRect">
            <a:avLst>
              <a:gd name="adj" fmla="val 2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oundrect 98"/>
          <p:cNvSpPr/>
          <p:nvPr/>
        </p:nvSpPr>
        <p:spPr>
          <a:xfrm>
            <a:off x="265454" y="5218202"/>
            <a:ext cx="11653498" cy="1340990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265454" y="808967"/>
            <a:ext cx="4729906" cy="18220"/>
          </a:xfrm>
          <a:prstGeom prst="rect">
            <a:avLst/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6627871" y="808967"/>
            <a:ext cx="4984986" cy="18220"/>
          </a:xfrm>
          <a:prstGeom prst="rect">
            <a:avLst/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265454" y="3141124"/>
            <a:ext cx="2543509" cy="18220"/>
          </a:xfrm>
          <a:prstGeom prst="rect">
            <a:avLst/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3319123" y="3141124"/>
            <a:ext cx="2514357" cy="18220"/>
          </a:xfrm>
          <a:prstGeom prst="rect">
            <a:avLst/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6307199" y="3141124"/>
            <a:ext cx="2426901" cy="18220"/>
          </a:xfrm>
          <a:prstGeom prst="rect">
            <a:avLst/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9317140" y="3141124"/>
            <a:ext cx="2601813" cy="18220"/>
          </a:xfrm>
          <a:prstGeom prst="rect">
            <a:avLst/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265454" y="5808529"/>
            <a:ext cx="11653498" cy="18220"/>
          </a:xfrm>
          <a:prstGeom prst="rect">
            <a:avLst/>
          </a:pr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6063052" y="5823105"/>
            <a:ext cx="18220" cy="736087"/>
          </a:xfrm>
          <a:prstGeom prst="rect">
            <a:avLst/>
          </a:prstGeom>
          <a:solidFill>
            <a:srgbClr val="062959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Polygon 107"/>
          <p:cNvSpPr/>
          <p:nvPr/>
        </p:nvSpPr>
        <p:spPr>
          <a:xfrm>
            <a:off x="1482549" y="2354021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Polygon 108"/>
          <p:cNvSpPr/>
          <p:nvPr/>
        </p:nvSpPr>
        <p:spPr>
          <a:xfrm>
            <a:off x="10497794" y="2354021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Polygon 109"/>
          <p:cNvSpPr/>
          <p:nvPr/>
        </p:nvSpPr>
        <p:spPr>
          <a:xfrm>
            <a:off x="3144211" y="3286884"/>
            <a:ext cx="138472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Polygon 110"/>
          <p:cNvSpPr/>
          <p:nvPr/>
        </p:nvSpPr>
        <p:spPr>
          <a:xfrm>
            <a:off x="6139576" y="3286884"/>
            <a:ext cx="138472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Polygon 111"/>
          <p:cNvSpPr/>
          <p:nvPr/>
        </p:nvSpPr>
        <p:spPr>
          <a:xfrm>
            <a:off x="9149516" y="3286884"/>
            <a:ext cx="138472" cy="16033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21600" y="10800"/>
                </a:moveTo>
                <a:lnTo>
                  <a:pt x="0" y="0"/>
                </a:lnTo>
                <a:lnTo>
                  <a:pt x="0" y="2160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Polygon 112"/>
          <p:cNvSpPr/>
          <p:nvPr/>
        </p:nvSpPr>
        <p:spPr>
          <a:xfrm>
            <a:off x="1482549" y="5043290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Polygon 113"/>
          <p:cNvSpPr/>
          <p:nvPr/>
        </p:nvSpPr>
        <p:spPr>
          <a:xfrm>
            <a:off x="10862194" y="5043290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474C4E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Polygon 114"/>
          <p:cNvSpPr/>
          <p:nvPr/>
        </p:nvSpPr>
        <p:spPr>
          <a:xfrm>
            <a:off x="4645537" y="2346733"/>
            <a:ext cx="160336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Polygon 115"/>
          <p:cNvSpPr/>
          <p:nvPr/>
        </p:nvSpPr>
        <p:spPr>
          <a:xfrm>
            <a:off x="7189046" y="2346733"/>
            <a:ext cx="160336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0"/>
                </a:move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Polygon 116"/>
          <p:cNvSpPr/>
          <p:nvPr/>
        </p:nvSpPr>
        <p:spPr>
          <a:xfrm>
            <a:off x="4419610" y="4372795"/>
            <a:ext cx="145760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Polygon 117"/>
          <p:cNvSpPr/>
          <p:nvPr/>
        </p:nvSpPr>
        <p:spPr>
          <a:xfrm>
            <a:off x="10534234" y="4372795"/>
            <a:ext cx="160336" cy="13847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D65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TextBox 118"/>
          <p:cNvSpPr txBox="1"/>
          <p:nvPr/>
        </p:nvSpPr>
        <p:spPr>
          <a:xfrm>
            <a:off x="1854237" y="262368"/>
            <a:ext cx="1537766" cy="51015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54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参考资料</a:t>
            </a:r>
            <a:endParaRPr lang="zh-CN" sz="2754"/>
          </a:p>
        </p:txBody>
      </p:sp>
      <p:sp>
        <p:nvSpPr>
          <p:cNvPr id="119" name="TextBox 119"/>
          <p:cNvSpPr txBox="1"/>
          <p:nvPr/>
        </p:nvSpPr>
        <p:spPr>
          <a:xfrm>
            <a:off x="1744917" y="881847"/>
            <a:ext cx="1792846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8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内部粗细配对</a:t>
            </a:r>
            <a:endParaRPr lang="zh-CN" sz="2180"/>
          </a:p>
        </p:txBody>
      </p:sp>
      <p:sp>
        <p:nvSpPr>
          <p:cNvPr id="120" name="TextBox 120"/>
          <p:cNvSpPr txBox="1"/>
          <p:nvPr/>
        </p:nvSpPr>
        <p:spPr>
          <a:xfrm>
            <a:off x="1876101" y="1275399"/>
            <a:ext cx="1523190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8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训练与检验</a:t>
            </a:r>
            <a:endParaRPr lang="zh-CN" sz="2180"/>
          </a:p>
        </p:txBody>
      </p:sp>
      <p:sp>
        <p:nvSpPr>
          <p:cNvPr id="121" name="TextBox 121"/>
          <p:cNvSpPr txBox="1"/>
          <p:nvPr/>
        </p:nvSpPr>
        <p:spPr>
          <a:xfrm>
            <a:off x="8413429" y="276944"/>
            <a:ext cx="1384718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13" b="1">
                <a:solidFill>
                  <a:srgbClr val="212121"/>
                </a:solidFill>
                <a:latin typeface="Noto Sans CJK SC"/>
                <a:ea typeface="Noto Sans CJK SC"/>
                <a:cs typeface="Noto Sans CJK SC"/>
              </a:rPr>
              <a:t>CIESM</a:t>
            </a:r>
            <a:endParaRPr lang="zh-CN" sz="3213"/>
          </a:p>
        </p:txBody>
      </p:sp>
      <p:sp>
        <p:nvSpPr>
          <p:cNvPr id="122" name="TextBox 122"/>
          <p:cNvSpPr txBox="1"/>
          <p:nvPr/>
        </p:nvSpPr>
        <p:spPr>
          <a:xfrm>
            <a:off x="8078181" y="881847"/>
            <a:ext cx="207707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8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训练期拟合校正</a:t>
            </a:r>
            <a:endParaRPr lang="zh-CN" sz="2180"/>
          </a:p>
        </p:txBody>
      </p:sp>
      <p:sp>
        <p:nvSpPr>
          <p:cNvPr id="123" name="TextBox 123"/>
          <p:cNvSpPr txBox="1"/>
          <p:nvPr/>
        </p:nvSpPr>
        <p:spPr>
          <a:xfrm>
            <a:off x="8486309" y="1268111"/>
            <a:ext cx="1246247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8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应用资料</a:t>
            </a:r>
            <a:endParaRPr lang="zh-CN" sz="2180"/>
          </a:p>
        </p:txBody>
      </p:sp>
      <p:sp>
        <p:nvSpPr>
          <p:cNvPr id="124" name="TextBox 124"/>
          <p:cNvSpPr txBox="1"/>
          <p:nvPr/>
        </p:nvSpPr>
        <p:spPr>
          <a:xfrm>
            <a:off x="651718" y="2616389"/>
            <a:ext cx="1800134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R1 数据构建</a:t>
            </a:r>
            <a:endParaRPr lang="zh-CN" sz="2410"/>
          </a:p>
        </p:txBody>
      </p:sp>
      <p:sp>
        <p:nvSpPr>
          <p:cNvPr id="125" name="TextBox 125"/>
          <p:cNvSpPr txBox="1"/>
          <p:nvPr/>
        </p:nvSpPr>
        <p:spPr>
          <a:xfrm>
            <a:off x="3698098" y="2616389"/>
            <a:ext cx="1792846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R2 联合重建</a:t>
            </a:r>
            <a:endParaRPr lang="zh-CN" sz="2410"/>
          </a:p>
        </p:txBody>
      </p:sp>
      <p:sp>
        <p:nvSpPr>
          <p:cNvPr id="126" name="TextBox 126"/>
          <p:cNvSpPr txBox="1"/>
          <p:nvPr/>
        </p:nvSpPr>
        <p:spPr>
          <a:xfrm>
            <a:off x="6642447" y="2616389"/>
            <a:ext cx="1778270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R3 约束分析</a:t>
            </a:r>
            <a:endParaRPr lang="zh-CN" sz="2410"/>
          </a:p>
        </p:txBody>
      </p:sp>
      <p:sp>
        <p:nvSpPr>
          <p:cNvPr id="127" name="TextBox 127"/>
          <p:cNvSpPr txBox="1"/>
          <p:nvPr/>
        </p:nvSpPr>
        <p:spPr>
          <a:xfrm>
            <a:off x="9696115" y="2616389"/>
            <a:ext cx="1807422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10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R4 集成验证</a:t>
            </a:r>
            <a:endParaRPr lang="zh-CN" sz="2410"/>
          </a:p>
        </p:txBody>
      </p:sp>
      <p:sp>
        <p:nvSpPr>
          <p:cNvPr id="128" name="TextBox 128"/>
          <p:cNvSpPr txBox="1"/>
          <p:nvPr/>
        </p:nvSpPr>
        <p:spPr>
          <a:xfrm>
            <a:off x="928662" y="3316036"/>
            <a:ext cx="118794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变量定义</a:t>
            </a:r>
            <a:endParaRPr lang="zh-CN" sz="2065"/>
          </a:p>
        </p:txBody>
      </p:sp>
      <p:sp>
        <p:nvSpPr>
          <p:cNvPr id="129" name="TextBox 129"/>
          <p:cNvSpPr txBox="1"/>
          <p:nvPr/>
        </p:nvSpPr>
        <p:spPr>
          <a:xfrm>
            <a:off x="797478" y="3709588"/>
            <a:ext cx="1443022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粗化与划分</a:t>
            </a:r>
            <a:endParaRPr lang="zh-CN" sz="2065"/>
          </a:p>
        </p:txBody>
      </p:sp>
      <p:sp>
        <p:nvSpPr>
          <p:cNvPr id="130" name="TextBox 130"/>
          <p:cNvSpPr txBox="1"/>
          <p:nvPr/>
        </p:nvSpPr>
        <p:spPr>
          <a:xfrm>
            <a:off x="4004194" y="3316036"/>
            <a:ext cx="117336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共享表征</a:t>
            </a:r>
            <a:endParaRPr lang="zh-CN" sz="2065"/>
          </a:p>
        </p:txBody>
      </p:sp>
      <p:sp>
        <p:nvSpPr>
          <p:cNvPr id="131" name="TextBox 131"/>
          <p:cNvSpPr txBox="1"/>
          <p:nvPr/>
        </p:nvSpPr>
        <p:spPr>
          <a:xfrm>
            <a:off x="3741826" y="3709588"/>
            <a:ext cx="167623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变量专用输出</a:t>
            </a:r>
            <a:endParaRPr lang="zh-CN" sz="2065"/>
          </a:p>
        </p:txBody>
      </p:sp>
      <p:sp>
        <p:nvSpPr>
          <p:cNvPr id="132" name="TextBox 132"/>
          <p:cNvSpPr txBox="1"/>
          <p:nvPr/>
        </p:nvSpPr>
        <p:spPr>
          <a:xfrm>
            <a:off x="6933967" y="3316036"/>
            <a:ext cx="118065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地形条件</a:t>
            </a:r>
            <a:endParaRPr lang="zh-CN" sz="2065"/>
          </a:p>
        </p:txBody>
      </p:sp>
      <p:sp>
        <p:nvSpPr>
          <p:cNvPr id="133" name="TextBox 133"/>
          <p:cNvSpPr txBox="1"/>
          <p:nvPr/>
        </p:nvSpPr>
        <p:spPr>
          <a:xfrm>
            <a:off x="6810071" y="3709588"/>
            <a:ext cx="1428446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聚合与非负</a:t>
            </a:r>
            <a:endParaRPr lang="zh-CN" sz="2065"/>
          </a:p>
        </p:txBody>
      </p:sp>
      <p:sp>
        <p:nvSpPr>
          <p:cNvPr id="134" name="TextBox 134"/>
          <p:cNvSpPr txBox="1"/>
          <p:nvPr/>
        </p:nvSpPr>
        <p:spPr>
          <a:xfrm>
            <a:off x="10009499" y="3316036"/>
            <a:ext cx="117336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区域评价</a:t>
            </a:r>
            <a:endParaRPr lang="zh-CN" sz="2065"/>
          </a:p>
        </p:txBody>
      </p:sp>
      <p:sp>
        <p:nvSpPr>
          <p:cNvPr id="135" name="TextBox 135"/>
          <p:cNvSpPr txBox="1"/>
          <p:nvPr/>
        </p:nvSpPr>
        <p:spPr>
          <a:xfrm>
            <a:off x="9871027" y="3709588"/>
            <a:ext cx="1435734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接口与应用</a:t>
            </a:r>
            <a:endParaRPr lang="zh-CN" sz="2065"/>
          </a:p>
        </p:txBody>
      </p:sp>
      <p:sp>
        <p:nvSpPr>
          <p:cNvPr id="136" name="TextBox 136"/>
          <p:cNvSpPr txBox="1"/>
          <p:nvPr/>
        </p:nvSpPr>
        <p:spPr>
          <a:xfrm>
            <a:off x="5345184" y="5276506"/>
            <a:ext cx="1472174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39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两类证据</a:t>
            </a:r>
            <a:endParaRPr lang="zh-CN" sz="2639"/>
          </a:p>
        </p:txBody>
      </p:sp>
      <p:sp>
        <p:nvSpPr>
          <p:cNvPr id="137" name="TextBox 137"/>
          <p:cNvSpPr txBox="1"/>
          <p:nvPr/>
        </p:nvSpPr>
        <p:spPr>
          <a:xfrm>
            <a:off x="2276940" y="5954289"/>
            <a:ext cx="171267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配对重建检验</a:t>
            </a:r>
            <a:endParaRPr lang="zh-CN" sz="2065"/>
          </a:p>
        </p:txBody>
      </p:sp>
      <p:sp>
        <p:nvSpPr>
          <p:cNvPr id="138" name="TextBox 138"/>
          <p:cNvSpPr txBox="1"/>
          <p:nvPr/>
        </p:nvSpPr>
        <p:spPr>
          <a:xfrm>
            <a:off x="7932421" y="5954289"/>
            <a:ext cx="1967758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65">
                <a:solidFill>
                  <a:srgbClr val="212121"/>
                </a:solidFill>
                <a:latin typeface="Noto Sans CJK SC Medium"/>
                <a:ea typeface="Noto Sans CJK SC Medium"/>
                <a:cs typeface="Noto Sans CJK SC Medium"/>
              </a:rPr>
              <a:t>非配对模式应用</a:t>
            </a:r>
            <a:endParaRPr lang="zh-CN" sz="20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659006" y="342536"/>
            <a:ext cx="2922485" cy="1479462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4339442" y="342536"/>
            <a:ext cx="2791301" cy="1479462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7895982" y="342536"/>
            <a:ext cx="3177564" cy="1479462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38334" y="2579949"/>
            <a:ext cx="4882954" cy="1924030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6503975" y="2572661"/>
            <a:ext cx="5276506" cy="1931318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280030" y="5334810"/>
            <a:ext cx="3432644" cy="1260823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3982330" y="5334810"/>
            <a:ext cx="3308748" cy="1260823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7568022" y="5327522"/>
            <a:ext cx="4227035" cy="1268111"/>
          </a:xfrm>
          <a:prstGeom prst="rect">
            <a:avLst/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688158" y="371688"/>
            <a:ext cx="2864181" cy="14211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368594" y="371688"/>
            <a:ext cx="2732997" cy="14211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7925133" y="371688"/>
            <a:ext cx="3119260" cy="14211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67486" y="2609101"/>
            <a:ext cx="4824650" cy="18657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6533127" y="2601813"/>
            <a:ext cx="5218202" cy="187301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09182" y="5363962"/>
            <a:ext cx="3374340" cy="1202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4011482" y="5363962"/>
            <a:ext cx="3250444" cy="1202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7597174" y="5356674"/>
            <a:ext cx="4168731" cy="12098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oundrect 18"/>
          <p:cNvSpPr/>
          <p:nvPr/>
        </p:nvSpPr>
        <p:spPr>
          <a:xfrm>
            <a:off x="476806" y="3294172"/>
            <a:ext cx="1523190" cy="998455"/>
          </a:xfrm>
          <a:prstGeom prst="roundRect">
            <a:avLst>
              <a:gd name="adj" fmla="val 10949"/>
            </a:avLst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3457595" y="3294172"/>
            <a:ext cx="1566918" cy="998455"/>
          </a:xfrm>
          <a:prstGeom prst="roundRect">
            <a:avLst>
              <a:gd name="adj" fmla="val 10949"/>
            </a:avLst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6751767" y="3294172"/>
            <a:ext cx="1523190" cy="998455"/>
          </a:xfrm>
          <a:prstGeom prst="roundRect">
            <a:avLst>
              <a:gd name="adj" fmla="val 10949"/>
            </a:avLst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9965771" y="3294172"/>
            <a:ext cx="1545054" cy="998455"/>
          </a:xfrm>
          <a:prstGeom prst="roundRect">
            <a:avLst>
              <a:gd name="adj" fmla="val 10949"/>
            </a:avLst>
          </a:prstGeom>
          <a:solidFill>
            <a:srgbClr val="082F80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505958" y="3323324"/>
            <a:ext cx="1464886" cy="940151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3486747" y="3323324"/>
            <a:ext cx="1508614" cy="940151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6780919" y="3323324"/>
            <a:ext cx="1464886" cy="940151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9994923" y="3323324"/>
            <a:ext cx="1486750" cy="940151"/>
          </a:xfrm>
          <a:prstGeom prst="roundRect">
            <a:avLst>
              <a:gd name="adj" fmla="val 8527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Freeform 26"/>
          <p:cNvSpPr/>
          <p:nvPr/>
        </p:nvSpPr>
        <p:spPr>
          <a:xfrm>
            <a:off x="3574203" y="823543"/>
            <a:ext cx="714223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138"/>
                </a:moveTo>
                <a:lnTo>
                  <a:pt x="18073" y="9138"/>
                </a:lnTo>
                <a:lnTo>
                  <a:pt x="18073" y="0"/>
                </a:lnTo>
                <a:lnTo>
                  <a:pt x="21600" y="10800"/>
                </a:lnTo>
                <a:lnTo>
                  <a:pt x="18073" y="21600"/>
                </a:lnTo>
                <a:lnTo>
                  <a:pt x="18073" y="12462"/>
                </a:lnTo>
                <a:lnTo>
                  <a:pt x="0" y="12462"/>
                </a:lnTo>
                <a:close/>
              </a:path>
            </a:pathLst>
          </a:custGeom>
          <a:solidFill>
            <a:srgbClr val="303330"/>
          </a:solidFill>
          <a:ln w="63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7" name="Freeform 27"/>
          <p:cNvSpPr/>
          <p:nvPr/>
        </p:nvSpPr>
        <p:spPr>
          <a:xfrm>
            <a:off x="7123454" y="823543"/>
            <a:ext cx="736087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138"/>
                </a:moveTo>
                <a:lnTo>
                  <a:pt x="18178" y="9138"/>
                </a:lnTo>
                <a:lnTo>
                  <a:pt x="18178" y="0"/>
                </a:lnTo>
                <a:lnTo>
                  <a:pt x="21600" y="10800"/>
                </a:lnTo>
                <a:lnTo>
                  <a:pt x="18178" y="21600"/>
                </a:lnTo>
                <a:lnTo>
                  <a:pt x="18178" y="12462"/>
                </a:lnTo>
                <a:lnTo>
                  <a:pt x="0" y="12462"/>
                </a:lnTo>
                <a:close/>
              </a:path>
            </a:pathLst>
          </a:custGeom>
          <a:solidFill>
            <a:srgbClr val="303330"/>
          </a:solidFill>
          <a:ln w="63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8" name="Freeform 28"/>
          <p:cNvSpPr/>
          <p:nvPr/>
        </p:nvSpPr>
        <p:spPr>
          <a:xfrm>
            <a:off x="2043724" y="3687724"/>
            <a:ext cx="1362854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10800"/>
                </a:moveTo>
                <a:lnTo>
                  <a:pt x="1848" y="0"/>
                </a:lnTo>
                <a:lnTo>
                  <a:pt x="1848" y="9138"/>
                </a:lnTo>
                <a:lnTo>
                  <a:pt x="19752" y="9138"/>
                </a:lnTo>
                <a:lnTo>
                  <a:pt x="19752" y="0"/>
                </a:lnTo>
                <a:lnTo>
                  <a:pt x="21600" y="10800"/>
                </a:lnTo>
                <a:lnTo>
                  <a:pt x="19752" y="21600"/>
                </a:lnTo>
                <a:lnTo>
                  <a:pt x="19752" y="12462"/>
                </a:lnTo>
                <a:lnTo>
                  <a:pt x="1848" y="12462"/>
                </a:lnTo>
                <a:lnTo>
                  <a:pt x="1848" y="21600"/>
                </a:lnTo>
                <a:close/>
              </a:path>
            </a:pathLst>
          </a:custGeom>
          <a:solidFill>
            <a:srgbClr val="303330"/>
          </a:solidFill>
          <a:ln w="63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29" name="Freeform 29"/>
          <p:cNvSpPr/>
          <p:nvPr/>
        </p:nvSpPr>
        <p:spPr>
          <a:xfrm>
            <a:off x="8333261" y="3680436"/>
            <a:ext cx="1559630" cy="18948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9138"/>
                </a:moveTo>
                <a:lnTo>
                  <a:pt x="19985" y="9138"/>
                </a:lnTo>
                <a:lnTo>
                  <a:pt x="19985" y="0"/>
                </a:lnTo>
                <a:lnTo>
                  <a:pt x="21600" y="10800"/>
                </a:lnTo>
                <a:lnTo>
                  <a:pt x="19985" y="21600"/>
                </a:lnTo>
                <a:lnTo>
                  <a:pt x="19985" y="12462"/>
                </a:lnTo>
                <a:lnTo>
                  <a:pt x="0" y="12462"/>
                </a:lnTo>
                <a:close/>
              </a:path>
            </a:pathLst>
          </a:custGeom>
          <a:solidFill>
            <a:srgbClr val="303330"/>
          </a:solidFill>
          <a:ln w="6350">
            <a:solidFill>
              <a:srgbClr val="111111"/>
            </a:solidFill>
          </a:ln>
        </p:spPr>
        <p:txBody>
          <a:bodyPr/>
          <a:lstStyle/>
          <a:p/>
        </p:txBody>
      </p:sp>
      <p:sp>
        <p:nvSpPr>
          <p:cNvPr id="30" name="Line 30"/>
          <p:cNvSpPr/>
          <p:nvPr/>
        </p:nvSpPr>
        <p:spPr>
          <a:xfrm>
            <a:off x="1169165" y="4394659"/>
            <a:ext cx="0" cy="102032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1" name="Line 31"/>
          <p:cNvSpPr/>
          <p:nvPr/>
        </p:nvSpPr>
        <p:spPr>
          <a:xfrm>
            <a:off x="1169165" y="4569571"/>
            <a:ext cx="0" cy="102032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2" name="Line 32"/>
          <p:cNvSpPr/>
          <p:nvPr/>
        </p:nvSpPr>
        <p:spPr>
          <a:xfrm>
            <a:off x="1176453" y="4729906"/>
            <a:ext cx="65592" cy="51016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3" name="Line 33"/>
          <p:cNvSpPr/>
          <p:nvPr/>
        </p:nvSpPr>
        <p:spPr>
          <a:xfrm>
            <a:off x="4266562" y="4394659"/>
            <a:ext cx="0" cy="102032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4" name="Line 34"/>
          <p:cNvSpPr/>
          <p:nvPr/>
        </p:nvSpPr>
        <p:spPr>
          <a:xfrm>
            <a:off x="4266562" y="4569571"/>
            <a:ext cx="0" cy="102032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5" name="Line 35"/>
          <p:cNvSpPr/>
          <p:nvPr/>
        </p:nvSpPr>
        <p:spPr>
          <a:xfrm flipH="1">
            <a:off x="4208258" y="4729906"/>
            <a:ext cx="51016" cy="51016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6" name="Line 36"/>
          <p:cNvSpPr/>
          <p:nvPr/>
        </p:nvSpPr>
        <p:spPr>
          <a:xfrm>
            <a:off x="1314925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7" name="Line 37"/>
          <p:cNvSpPr/>
          <p:nvPr/>
        </p:nvSpPr>
        <p:spPr>
          <a:xfrm>
            <a:off x="1482549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8" name="Line 38"/>
          <p:cNvSpPr/>
          <p:nvPr/>
        </p:nvSpPr>
        <p:spPr>
          <a:xfrm>
            <a:off x="1650173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39" name="Line 39"/>
          <p:cNvSpPr/>
          <p:nvPr/>
        </p:nvSpPr>
        <p:spPr>
          <a:xfrm>
            <a:off x="1817797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0" name="Line 40"/>
          <p:cNvSpPr/>
          <p:nvPr/>
        </p:nvSpPr>
        <p:spPr>
          <a:xfrm>
            <a:off x="1985420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1" name="Line 41"/>
          <p:cNvSpPr/>
          <p:nvPr/>
        </p:nvSpPr>
        <p:spPr>
          <a:xfrm>
            <a:off x="2153044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2" name="Line 42"/>
          <p:cNvSpPr/>
          <p:nvPr/>
        </p:nvSpPr>
        <p:spPr>
          <a:xfrm>
            <a:off x="2320668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3" name="Line 43"/>
          <p:cNvSpPr/>
          <p:nvPr/>
        </p:nvSpPr>
        <p:spPr>
          <a:xfrm>
            <a:off x="2488292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4" name="Line 44"/>
          <p:cNvSpPr/>
          <p:nvPr/>
        </p:nvSpPr>
        <p:spPr>
          <a:xfrm>
            <a:off x="2655916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5" name="Line 45"/>
          <p:cNvSpPr/>
          <p:nvPr/>
        </p:nvSpPr>
        <p:spPr>
          <a:xfrm>
            <a:off x="2823539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6" name="Line 46"/>
          <p:cNvSpPr/>
          <p:nvPr/>
        </p:nvSpPr>
        <p:spPr>
          <a:xfrm>
            <a:off x="2991163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7" name="Line 47"/>
          <p:cNvSpPr/>
          <p:nvPr/>
        </p:nvSpPr>
        <p:spPr>
          <a:xfrm>
            <a:off x="3158787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8" name="Line 48"/>
          <p:cNvSpPr/>
          <p:nvPr/>
        </p:nvSpPr>
        <p:spPr>
          <a:xfrm>
            <a:off x="3326411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49" name="Line 49"/>
          <p:cNvSpPr/>
          <p:nvPr/>
        </p:nvSpPr>
        <p:spPr>
          <a:xfrm>
            <a:off x="3494035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50" name="Line 50"/>
          <p:cNvSpPr/>
          <p:nvPr/>
        </p:nvSpPr>
        <p:spPr>
          <a:xfrm>
            <a:off x="3661658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51" name="Line 51"/>
          <p:cNvSpPr/>
          <p:nvPr/>
        </p:nvSpPr>
        <p:spPr>
          <a:xfrm>
            <a:off x="3829282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52" name="Line 52"/>
          <p:cNvSpPr/>
          <p:nvPr/>
        </p:nvSpPr>
        <p:spPr>
          <a:xfrm>
            <a:off x="3996906" y="4788210"/>
            <a:ext cx="94744" cy="0"/>
          </a:xfrm>
          <a:prstGeom prst="line">
            <a:avLst/>
          </a:prstGeom>
          <a:noFill/>
          <a:ln w="25400">
            <a:solidFill>
              <a:srgbClr val="1682F5"/>
            </a:solidFill>
          </a:ln>
        </p:spPr>
        <p:txBody>
          <a:bodyPr/>
          <a:lstStyle/>
          <a:p/>
        </p:txBody>
      </p:sp>
      <p:sp>
        <p:nvSpPr>
          <p:cNvPr id="53" name="TextBox 53"/>
          <p:cNvSpPr txBox="1"/>
          <p:nvPr/>
        </p:nvSpPr>
        <p:spPr>
          <a:xfrm>
            <a:off x="1497125" y="444567"/>
            <a:ext cx="1304550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来源审计</a:t>
            </a:r>
            <a:endParaRPr lang="zh-CN" sz="2400"/>
          </a:p>
        </p:txBody>
      </p:sp>
      <p:sp>
        <p:nvSpPr>
          <p:cNvPr id="54" name="TextBox 54"/>
          <p:cNvSpPr txBox="1"/>
          <p:nvPr/>
        </p:nvSpPr>
        <p:spPr>
          <a:xfrm>
            <a:off x="5097393" y="444567"/>
            <a:ext cx="1304550" cy="4591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定义统一</a:t>
            </a:r>
            <a:endParaRPr lang="zh-CN" sz="2400"/>
          </a:p>
        </p:txBody>
      </p:sp>
      <p:sp>
        <p:nvSpPr>
          <p:cNvPr id="55" name="TextBox 55"/>
          <p:cNvSpPr txBox="1"/>
          <p:nvPr/>
        </p:nvSpPr>
        <p:spPr>
          <a:xfrm>
            <a:off x="8508173" y="444567"/>
            <a:ext cx="1967758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先划分后拟合</a:t>
            </a:r>
            <a:endParaRPr lang="zh-CN" sz="2400"/>
          </a:p>
        </p:txBody>
      </p:sp>
      <p:sp>
        <p:nvSpPr>
          <p:cNvPr id="56" name="TextBox 56"/>
          <p:cNvSpPr txBox="1"/>
          <p:nvPr/>
        </p:nvSpPr>
        <p:spPr>
          <a:xfrm>
            <a:off x="1482549" y="947439"/>
            <a:ext cx="1289974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变量与频率</a:t>
            </a:r>
            <a:endParaRPr lang="zh-CN" sz="1800"/>
          </a:p>
        </p:txBody>
      </p:sp>
      <p:sp>
        <p:nvSpPr>
          <p:cNvPr id="57" name="TextBox 57"/>
          <p:cNvSpPr txBox="1"/>
          <p:nvPr/>
        </p:nvSpPr>
        <p:spPr>
          <a:xfrm>
            <a:off x="1475261" y="1319126"/>
            <a:ext cx="1304550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版本与许可</a:t>
            </a:r>
            <a:endParaRPr lang="zh-CN" sz="1800"/>
          </a:p>
        </p:txBody>
      </p:sp>
      <p:sp>
        <p:nvSpPr>
          <p:cNvPr id="58" name="TextBox 58"/>
          <p:cNvSpPr txBox="1"/>
          <p:nvPr/>
        </p:nvSpPr>
        <p:spPr>
          <a:xfrm>
            <a:off x="5097393" y="947439"/>
            <a:ext cx="1253535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单位与日历</a:t>
            </a:r>
            <a:endParaRPr lang="zh-CN" sz="1800"/>
          </a:p>
        </p:txBody>
      </p:sp>
      <p:sp>
        <p:nvSpPr>
          <p:cNvPr id="59" name="TextBox 59"/>
          <p:cNvSpPr txBox="1"/>
          <p:nvPr/>
        </p:nvSpPr>
        <p:spPr>
          <a:xfrm>
            <a:off x="5075529" y="1319126"/>
            <a:ext cx="1304550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面积与掩膜</a:t>
            </a:r>
            <a:endParaRPr lang="zh-CN" sz="1800"/>
          </a:p>
        </p:txBody>
      </p:sp>
      <p:sp>
        <p:nvSpPr>
          <p:cNvPr id="60" name="TextBox 60"/>
          <p:cNvSpPr txBox="1"/>
          <p:nvPr/>
        </p:nvSpPr>
        <p:spPr>
          <a:xfrm>
            <a:off x="8945452" y="947439"/>
            <a:ext cx="106404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连续时段</a:t>
            </a:r>
            <a:endParaRPr lang="zh-CN" sz="1800"/>
          </a:p>
        </p:txBody>
      </p:sp>
      <p:sp>
        <p:nvSpPr>
          <p:cNvPr id="61" name="TextBox 61"/>
          <p:cNvSpPr txBox="1"/>
          <p:nvPr/>
        </p:nvSpPr>
        <p:spPr>
          <a:xfrm>
            <a:off x="8734101" y="1319126"/>
            <a:ext cx="1508614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完整地形区域</a:t>
            </a:r>
            <a:endParaRPr lang="zh-CN" sz="1800"/>
          </a:p>
        </p:txBody>
      </p:sp>
      <p:sp>
        <p:nvSpPr>
          <p:cNvPr id="62" name="TextBox 62"/>
          <p:cNvSpPr txBox="1"/>
          <p:nvPr/>
        </p:nvSpPr>
        <p:spPr>
          <a:xfrm>
            <a:off x="2021860" y="2711133"/>
            <a:ext cx="1362854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参考资料</a:t>
            </a:r>
            <a:endParaRPr lang="zh-CN" sz="2400"/>
          </a:p>
        </p:txBody>
      </p:sp>
      <p:sp>
        <p:nvSpPr>
          <p:cNvPr id="63" name="TextBox 63"/>
          <p:cNvSpPr txBox="1"/>
          <p:nvPr/>
        </p:nvSpPr>
        <p:spPr>
          <a:xfrm>
            <a:off x="8398853" y="2711133"/>
            <a:ext cx="1741830" cy="46643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0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CIESM 应用</a:t>
            </a:r>
            <a:endParaRPr lang="zh-CN" sz="2400"/>
          </a:p>
        </p:txBody>
      </p:sp>
      <p:sp>
        <p:nvSpPr>
          <p:cNvPr id="64" name="TextBox 64"/>
          <p:cNvSpPr txBox="1"/>
          <p:nvPr/>
        </p:nvSpPr>
        <p:spPr>
          <a:xfrm>
            <a:off x="775614" y="3571116"/>
            <a:ext cx="81625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细场 Y</a:t>
            </a:r>
            <a:endParaRPr lang="zh-CN" sz="1950"/>
          </a:p>
        </p:txBody>
      </p:sp>
      <p:sp>
        <p:nvSpPr>
          <p:cNvPr id="65" name="TextBox 65"/>
          <p:cNvSpPr txBox="1"/>
          <p:nvPr/>
        </p:nvSpPr>
        <p:spPr>
          <a:xfrm>
            <a:off x="3727250" y="3571116"/>
            <a:ext cx="1020319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粗场 AY</a:t>
            </a:r>
            <a:endParaRPr lang="zh-CN" sz="1950"/>
          </a:p>
        </p:txBody>
      </p:sp>
      <p:sp>
        <p:nvSpPr>
          <p:cNvPr id="66" name="TextBox 66"/>
          <p:cNvSpPr txBox="1"/>
          <p:nvPr/>
        </p:nvSpPr>
        <p:spPr>
          <a:xfrm>
            <a:off x="6999559" y="3571116"/>
            <a:ext cx="104947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原始场 X</a:t>
            </a:r>
            <a:endParaRPr lang="zh-CN" sz="1950"/>
          </a:p>
        </p:txBody>
      </p:sp>
      <p:sp>
        <p:nvSpPr>
          <p:cNvPr id="67" name="TextBox 67"/>
          <p:cNvSpPr txBox="1"/>
          <p:nvPr/>
        </p:nvSpPr>
        <p:spPr>
          <a:xfrm>
            <a:off x="10133395" y="3571116"/>
            <a:ext cx="119523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校正场 X*</a:t>
            </a:r>
            <a:endParaRPr lang="zh-CN" sz="1950"/>
          </a:p>
        </p:txBody>
      </p:sp>
      <p:sp>
        <p:nvSpPr>
          <p:cNvPr id="68" name="TextBox 68"/>
          <p:cNvSpPr txBox="1"/>
          <p:nvPr/>
        </p:nvSpPr>
        <p:spPr>
          <a:xfrm>
            <a:off x="2211348" y="3359764"/>
            <a:ext cx="983879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内部配对</a:t>
            </a:r>
            <a:endParaRPr lang="zh-CN" sz="1800"/>
          </a:p>
        </p:txBody>
      </p:sp>
      <p:sp>
        <p:nvSpPr>
          <p:cNvPr id="69" name="TextBox 69"/>
          <p:cNvSpPr txBox="1"/>
          <p:nvPr/>
        </p:nvSpPr>
        <p:spPr>
          <a:xfrm>
            <a:off x="8530037" y="3359764"/>
            <a:ext cx="1144215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非配对应用</a:t>
            </a:r>
            <a:endParaRPr lang="zh-CN" sz="1800"/>
          </a:p>
        </p:txBody>
      </p:sp>
      <p:sp>
        <p:nvSpPr>
          <p:cNvPr id="70" name="TextBox 70"/>
          <p:cNvSpPr txBox="1"/>
          <p:nvPr/>
        </p:nvSpPr>
        <p:spPr>
          <a:xfrm>
            <a:off x="1628309" y="5524298"/>
            <a:ext cx="60490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训练</a:t>
            </a:r>
            <a:endParaRPr lang="zh-CN" sz="2150"/>
          </a:p>
        </p:txBody>
      </p:sp>
      <p:sp>
        <p:nvSpPr>
          <p:cNvPr id="71" name="TextBox 71"/>
          <p:cNvSpPr txBox="1"/>
          <p:nvPr/>
        </p:nvSpPr>
        <p:spPr>
          <a:xfrm>
            <a:off x="5330608" y="5524298"/>
            <a:ext cx="66320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验证</a:t>
            </a:r>
            <a:endParaRPr lang="zh-CN" sz="2150"/>
          </a:p>
        </p:txBody>
      </p:sp>
      <p:sp>
        <p:nvSpPr>
          <p:cNvPr id="72" name="TextBox 72"/>
          <p:cNvSpPr txBox="1"/>
          <p:nvPr/>
        </p:nvSpPr>
        <p:spPr>
          <a:xfrm>
            <a:off x="9156804" y="5524298"/>
            <a:ext cx="63405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测试</a:t>
            </a:r>
            <a:endParaRPr lang="zh-CN" sz="2150"/>
          </a:p>
        </p:txBody>
      </p:sp>
      <p:sp>
        <p:nvSpPr>
          <p:cNvPr id="73" name="TextBox 73"/>
          <p:cNvSpPr txBox="1"/>
          <p:nvPr/>
        </p:nvSpPr>
        <p:spPr>
          <a:xfrm>
            <a:off x="1387805" y="5976153"/>
            <a:ext cx="1056759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估计参数</a:t>
            </a:r>
            <a:endParaRPr lang="zh-CN" sz="1800"/>
          </a:p>
        </p:txBody>
      </p:sp>
      <p:sp>
        <p:nvSpPr>
          <p:cNvPr id="74" name="TextBox 74"/>
          <p:cNvSpPr txBox="1"/>
          <p:nvPr/>
        </p:nvSpPr>
        <p:spPr>
          <a:xfrm>
            <a:off x="5119257" y="5976153"/>
            <a:ext cx="106404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冻结选择</a:t>
            </a:r>
            <a:endParaRPr lang="zh-CN" sz="1800"/>
          </a:p>
        </p:txBody>
      </p:sp>
      <p:sp>
        <p:nvSpPr>
          <p:cNvPr id="75" name="TextBox 75"/>
          <p:cNvSpPr txBox="1"/>
          <p:nvPr/>
        </p:nvSpPr>
        <p:spPr>
          <a:xfrm>
            <a:off x="8930876" y="5976153"/>
            <a:ext cx="1064047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800">
                <a:solidFill>
                  <a:srgbClr val="101010"/>
                </a:solidFill>
                <a:latin typeface="Noto Sans CJK SC"/>
                <a:ea typeface="Noto Sans CJK SC"/>
                <a:cs typeface="Noto Sans CJK SC"/>
              </a:rPr>
              <a:t>独立评价</a:t>
            </a:r>
            <a:endParaRPr lang="zh-CN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2626764" y="745197"/>
            <a:ext cx="940151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ect 3"/>
          <p:cNvSpPr/>
          <p:nvPr/>
        </p:nvSpPr>
        <p:spPr>
          <a:xfrm>
            <a:off x="2626764" y="2129916"/>
            <a:ext cx="1639798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ect 4"/>
          <p:cNvSpPr/>
          <p:nvPr/>
        </p:nvSpPr>
        <p:spPr>
          <a:xfrm>
            <a:off x="2626764" y="3558362"/>
            <a:ext cx="940151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ect 5"/>
          <p:cNvSpPr/>
          <p:nvPr/>
        </p:nvSpPr>
        <p:spPr>
          <a:xfrm>
            <a:off x="3554161" y="757951"/>
            <a:ext cx="25508" cy="281316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ect 6"/>
          <p:cNvSpPr/>
          <p:nvPr/>
        </p:nvSpPr>
        <p:spPr>
          <a:xfrm>
            <a:off x="3566915" y="1568740"/>
            <a:ext cx="699647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ect 7"/>
          <p:cNvSpPr/>
          <p:nvPr/>
        </p:nvSpPr>
        <p:spPr>
          <a:xfrm>
            <a:off x="3566915" y="2712955"/>
            <a:ext cx="699647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ect 8"/>
          <p:cNvSpPr/>
          <p:nvPr/>
        </p:nvSpPr>
        <p:spPr>
          <a:xfrm>
            <a:off x="7473278" y="2129916"/>
            <a:ext cx="845407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8305931" y="772527"/>
            <a:ext cx="25508" cy="2827741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8318685" y="759773"/>
            <a:ext cx="510159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8318685" y="1736364"/>
            <a:ext cx="510159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8318685" y="2683803"/>
            <a:ext cx="510159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8318685" y="3587514"/>
            <a:ext cx="510159" cy="2550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Polygon 14"/>
          <p:cNvSpPr/>
          <p:nvPr/>
        </p:nvSpPr>
        <p:spPr>
          <a:xfrm>
            <a:off x="4244698" y="1494038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Polygon 15"/>
          <p:cNvSpPr/>
          <p:nvPr/>
        </p:nvSpPr>
        <p:spPr>
          <a:xfrm>
            <a:off x="4244698" y="2055214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olygon 16"/>
          <p:cNvSpPr/>
          <p:nvPr/>
        </p:nvSpPr>
        <p:spPr>
          <a:xfrm>
            <a:off x="4244698" y="2638253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Polygon 17"/>
          <p:cNvSpPr/>
          <p:nvPr/>
        </p:nvSpPr>
        <p:spPr>
          <a:xfrm>
            <a:off x="8806980" y="685071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Polygon 18"/>
          <p:cNvSpPr/>
          <p:nvPr/>
        </p:nvSpPr>
        <p:spPr>
          <a:xfrm>
            <a:off x="8806980" y="1661662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Polygon 19"/>
          <p:cNvSpPr/>
          <p:nvPr/>
        </p:nvSpPr>
        <p:spPr>
          <a:xfrm>
            <a:off x="8806980" y="2609101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Polygon 20"/>
          <p:cNvSpPr/>
          <p:nvPr/>
        </p:nvSpPr>
        <p:spPr>
          <a:xfrm>
            <a:off x="8806980" y="3512812"/>
            <a:ext cx="11660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108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5934054" y="3053668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5934054" y="3177564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5934054" y="3301460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5934054" y="3425356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4732993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4856889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4980785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5104681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5228577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5352472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5476368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5600264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5724160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5848056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5971952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6095848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6219743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6343639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6467535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6591431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6715327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6839223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6963119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7087014" y="3689910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4732993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4856889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4980785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104681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5228577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5352472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5476368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600264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5724160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5848056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5971952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6095848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6219743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6343639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6467535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591431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715327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839223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6963119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7087014" y="467378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4720604" y="3702300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4720604" y="3826196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4720604" y="3950091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4720604" y="4073987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4720604" y="4197883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4720604" y="4321779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4720604" y="4445675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4720604" y="4569571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7176657" y="3702300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7176657" y="3826196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7176657" y="3950091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7176657" y="4073987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7176657" y="4197883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7176657" y="4321779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7176657" y="4445675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7176657" y="4569571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7189046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7312942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7436838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7560734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7684630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7808526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7932421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8056317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8180213" y="4600909"/>
            <a:ext cx="72880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8304109" y="4600909"/>
            <a:ext cx="65592" cy="24779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8357311" y="4540419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8357311" y="4416523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8357311" y="4292627"/>
            <a:ext cx="24779" cy="7288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8357311" y="4205171"/>
            <a:ext cx="24779" cy="36440"/>
          </a:xfrm>
          <a:prstGeom prst="rect">
            <a:avLst/>
          </a:pr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Polygon 95"/>
          <p:cNvSpPr/>
          <p:nvPr/>
        </p:nvSpPr>
        <p:spPr>
          <a:xfrm>
            <a:off x="5858988" y="3534676"/>
            <a:ext cx="174912" cy="123896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21600"/>
                </a:lnTo>
                <a:lnTo>
                  <a:pt x="21600" y="0"/>
                </a:lnTo>
                <a:lnTo>
                  <a:pt x="10800" y="3812"/>
                </a:lnTo>
                <a:close/>
              </a:path>
            </a:pathLst>
          </a:cu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Polygon 96"/>
          <p:cNvSpPr/>
          <p:nvPr/>
        </p:nvSpPr>
        <p:spPr>
          <a:xfrm>
            <a:off x="8289533" y="4103139"/>
            <a:ext cx="160336" cy="116608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0800" y="0"/>
                </a:lnTo>
                <a:lnTo>
                  <a:pt x="21600" y="21600"/>
                </a:lnTo>
                <a:lnTo>
                  <a:pt x="10800" y="17550"/>
                </a:lnTo>
                <a:close/>
              </a:path>
            </a:pathLst>
          </a:custGeom>
          <a:solidFill>
            <a:srgbClr val="2D86D8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250878" y="240504"/>
            <a:ext cx="2390461" cy="1056759"/>
          </a:xfrm>
          <a:prstGeom prst="rect">
            <a:avLst/>
          </a:prstGeom>
          <a:solidFill>
            <a:srgbClr val="054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250878" y="1632510"/>
            <a:ext cx="2390461" cy="1071335"/>
          </a:xfrm>
          <a:prstGeom prst="rect">
            <a:avLst/>
          </a:prstGeom>
          <a:solidFill>
            <a:srgbClr val="054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250878" y="3046380"/>
            <a:ext cx="2390461" cy="1071335"/>
          </a:xfrm>
          <a:prstGeom prst="rect">
            <a:avLst/>
          </a:prstGeom>
          <a:solidFill>
            <a:srgbClr val="0548A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4390458" y="1268111"/>
            <a:ext cx="3097396" cy="1785558"/>
          </a:xfrm>
          <a:prstGeom prst="rect">
            <a:avLst/>
          </a:prstGeom>
          <a:solidFill>
            <a:srgbClr val="092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9003756" y="510159"/>
            <a:ext cx="2740285" cy="714223"/>
          </a:xfrm>
          <a:prstGeom prst="rect">
            <a:avLst/>
          </a:prstGeom>
          <a:solidFill>
            <a:srgbClr val="0A2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9003756" y="1435734"/>
            <a:ext cx="2740285" cy="721511"/>
          </a:xfrm>
          <a:prstGeom prst="rect">
            <a:avLst/>
          </a:prstGeom>
          <a:solidFill>
            <a:srgbClr val="0A2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9003756" y="2383173"/>
            <a:ext cx="2740285" cy="714223"/>
          </a:xfrm>
          <a:prstGeom prst="rect">
            <a:avLst/>
          </a:prstGeom>
          <a:solidFill>
            <a:srgbClr val="0A2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9003756" y="3323324"/>
            <a:ext cx="2740285" cy="721511"/>
          </a:xfrm>
          <a:prstGeom prst="rect">
            <a:avLst/>
          </a:prstGeom>
          <a:solidFill>
            <a:srgbClr val="0A297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3960466" y="5363962"/>
            <a:ext cx="4103139" cy="1180655"/>
          </a:xfrm>
          <a:prstGeom prst="rect">
            <a:avLst/>
          </a:prstGeom>
          <a:solidFill>
            <a:srgbClr val="0751B2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280030" y="269656"/>
            <a:ext cx="2332157" cy="99845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280030" y="1661662"/>
            <a:ext cx="2332157" cy="1013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280030" y="3075532"/>
            <a:ext cx="2332157" cy="101303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4419610" y="1297262"/>
            <a:ext cx="3039092" cy="172725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9032908" y="539311"/>
            <a:ext cx="2681981" cy="655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9032908" y="1464886"/>
            <a:ext cx="2681981" cy="663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9032908" y="2412325"/>
            <a:ext cx="2681981" cy="6559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9032908" y="3352476"/>
            <a:ext cx="2681981" cy="663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3989618" y="5393114"/>
            <a:ext cx="4044835" cy="112235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TextBox 115"/>
          <p:cNvSpPr txBox="1"/>
          <p:nvPr/>
        </p:nvSpPr>
        <p:spPr>
          <a:xfrm>
            <a:off x="819342" y="386264"/>
            <a:ext cx="124624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邻日粗场</a:t>
            </a:r>
            <a:endParaRPr lang="zh-CN" sz="2250"/>
          </a:p>
        </p:txBody>
      </p:sp>
      <p:sp>
        <p:nvSpPr>
          <p:cNvPr id="116" name="TextBox 116"/>
          <p:cNvSpPr txBox="1"/>
          <p:nvPr/>
        </p:nvSpPr>
        <p:spPr>
          <a:xfrm>
            <a:off x="571550" y="794391"/>
            <a:ext cx="1741830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相同多变量输入</a:t>
            </a:r>
            <a:endParaRPr lang="zh-CN" sz="1750"/>
          </a:p>
        </p:txBody>
      </p:sp>
      <p:sp>
        <p:nvSpPr>
          <p:cNvPr id="117" name="TextBox 117"/>
          <p:cNvSpPr txBox="1"/>
          <p:nvPr/>
        </p:nvSpPr>
        <p:spPr>
          <a:xfrm>
            <a:off x="819342" y="1785558"/>
            <a:ext cx="124624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地形条件</a:t>
            </a:r>
            <a:endParaRPr lang="zh-CN" sz="2250"/>
          </a:p>
        </p:txBody>
      </p:sp>
      <p:sp>
        <p:nvSpPr>
          <p:cNvPr id="118" name="TextBox 118"/>
          <p:cNvSpPr txBox="1"/>
          <p:nvPr/>
        </p:nvSpPr>
        <p:spPr>
          <a:xfrm>
            <a:off x="680870" y="2193685"/>
            <a:ext cx="1523190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高程与下垫面</a:t>
            </a:r>
            <a:endParaRPr lang="zh-CN" sz="1750"/>
          </a:p>
        </p:txBody>
      </p:sp>
      <p:sp>
        <p:nvSpPr>
          <p:cNvPr id="119" name="TextBox 119"/>
          <p:cNvSpPr txBox="1"/>
          <p:nvPr/>
        </p:nvSpPr>
        <p:spPr>
          <a:xfrm>
            <a:off x="819342" y="3192140"/>
            <a:ext cx="1246247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季节信息</a:t>
            </a:r>
            <a:endParaRPr lang="zh-CN" sz="2250"/>
          </a:p>
        </p:txBody>
      </p:sp>
      <p:sp>
        <p:nvSpPr>
          <p:cNvPr id="120" name="TextBox 120"/>
          <p:cNvSpPr txBox="1"/>
          <p:nvPr/>
        </p:nvSpPr>
        <p:spPr>
          <a:xfrm>
            <a:off x="950526" y="3607556"/>
            <a:ext cx="1013031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日序条件</a:t>
            </a:r>
            <a:endParaRPr lang="zh-CN" sz="1750"/>
          </a:p>
        </p:txBody>
      </p:sp>
      <p:sp>
        <p:nvSpPr>
          <p:cNvPr id="121" name="TextBox 121"/>
          <p:cNvSpPr txBox="1"/>
          <p:nvPr/>
        </p:nvSpPr>
        <p:spPr>
          <a:xfrm>
            <a:off x="3013027" y="3680436"/>
            <a:ext cx="99116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联合学习</a:t>
            </a:r>
            <a:endParaRPr lang="zh-CN" sz="1750"/>
          </a:p>
        </p:txBody>
      </p:sp>
      <p:sp>
        <p:nvSpPr>
          <p:cNvPr id="122" name="TextBox 122"/>
          <p:cNvSpPr txBox="1"/>
          <p:nvPr/>
        </p:nvSpPr>
        <p:spPr>
          <a:xfrm>
            <a:off x="4929769" y="1588782"/>
            <a:ext cx="2040638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共享时空表征</a:t>
            </a:r>
            <a:endParaRPr lang="zh-CN" sz="2450"/>
          </a:p>
        </p:txBody>
      </p:sp>
      <p:sp>
        <p:nvSpPr>
          <p:cNvPr id="123" name="TextBox 123"/>
          <p:cNvSpPr txBox="1"/>
          <p:nvPr/>
        </p:nvSpPr>
        <p:spPr>
          <a:xfrm>
            <a:off x="5265017" y="2069790"/>
            <a:ext cx="1362854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多尺度背景</a:t>
            </a:r>
            <a:endParaRPr lang="zh-CN" sz="1950"/>
          </a:p>
        </p:txBody>
      </p:sp>
      <p:sp>
        <p:nvSpPr>
          <p:cNvPr id="124" name="TextBox 124"/>
          <p:cNvSpPr txBox="1"/>
          <p:nvPr/>
        </p:nvSpPr>
        <p:spPr>
          <a:xfrm>
            <a:off x="5381624" y="2419613"/>
            <a:ext cx="1122351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局地残差</a:t>
            </a:r>
            <a:endParaRPr lang="zh-CN" sz="1950"/>
          </a:p>
        </p:txBody>
      </p:sp>
      <p:sp>
        <p:nvSpPr>
          <p:cNvPr id="125" name="TextBox 125"/>
          <p:cNvSpPr txBox="1"/>
          <p:nvPr/>
        </p:nvSpPr>
        <p:spPr>
          <a:xfrm>
            <a:off x="9477476" y="109320"/>
            <a:ext cx="1632510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变量专用输出</a:t>
            </a:r>
            <a:endParaRPr lang="zh-CN" sz="1950"/>
          </a:p>
        </p:txBody>
      </p:sp>
      <p:sp>
        <p:nvSpPr>
          <p:cNvPr id="126" name="TextBox 126"/>
          <p:cNvSpPr txBox="1"/>
          <p:nvPr/>
        </p:nvSpPr>
        <p:spPr>
          <a:xfrm>
            <a:off x="9987635" y="663207"/>
            <a:ext cx="75795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气温</a:t>
            </a:r>
            <a:endParaRPr lang="zh-CN" sz="2450"/>
          </a:p>
        </p:txBody>
      </p:sp>
      <p:sp>
        <p:nvSpPr>
          <p:cNvPr id="127" name="TextBox 127"/>
          <p:cNvSpPr txBox="1"/>
          <p:nvPr/>
        </p:nvSpPr>
        <p:spPr>
          <a:xfrm>
            <a:off x="10155259" y="1603358"/>
            <a:ext cx="429991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风</a:t>
            </a:r>
            <a:endParaRPr lang="zh-CN" sz="2450"/>
          </a:p>
        </p:txBody>
      </p:sp>
      <p:sp>
        <p:nvSpPr>
          <p:cNvPr id="128" name="TextBox 128"/>
          <p:cNvSpPr txBox="1"/>
          <p:nvPr/>
        </p:nvSpPr>
        <p:spPr>
          <a:xfrm>
            <a:off x="9987635" y="2536221"/>
            <a:ext cx="75795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辐射</a:t>
            </a:r>
            <a:endParaRPr lang="zh-CN" sz="2450"/>
          </a:p>
        </p:txBody>
      </p:sp>
      <p:sp>
        <p:nvSpPr>
          <p:cNvPr id="129" name="TextBox 129"/>
          <p:cNvSpPr txBox="1"/>
          <p:nvPr/>
        </p:nvSpPr>
        <p:spPr>
          <a:xfrm>
            <a:off x="10002211" y="3483660"/>
            <a:ext cx="74337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4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降水</a:t>
            </a:r>
            <a:endParaRPr lang="zh-CN" sz="2450"/>
          </a:p>
        </p:txBody>
      </p:sp>
      <p:sp>
        <p:nvSpPr>
          <p:cNvPr id="130" name="TextBox 130"/>
          <p:cNvSpPr txBox="1"/>
          <p:nvPr/>
        </p:nvSpPr>
        <p:spPr>
          <a:xfrm>
            <a:off x="5068241" y="3797044"/>
            <a:ext cx="177098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可选随机残差</a:t>
            </a:r>
            <a:endParaRPr lang="zh-CN" sz="2250"/>
          </a:p>
        </p:txBody>
      </p:sp>
      <p:sp>
        <p:nvSpPr>
          <p:cNvPr id="131" name="TextBox 131"/>
          <p:cNvSpPr txBox="1"/>
          <p:nvPr/>
        </p:nvSpPr>
        <p:spPr>
          <a:xfrm>
            <a:off x="5199425" y="4212459"/>
            <a:ext cx="1479462" cy="34982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条件可能样本</a:t>
            </a:r>
            <a:endParaRPr lang="zh-CN" sz="1750"/>
          </a:p>
        </p:txBody>
      </p:sp>
      <p:sp>
        <p:nvSpPr>
          <p:cNvPr id="132" name="TextBox 132"/>
          <p:cNvSpPr txBox="1"/>
          <p:nvPr/>
        </p:nvSpPr>
        <p:spPr>
          <a:xfrm>
            <a:off x="5563824" y="4992274"/>
            <a:ext cx="998455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公平比较</a:t>
            </a:r>
            <a:endParaRPr lang="zh-CN" sz="1750"/>
          </a:p>
        </p:txBody>
      </p:sp>
      <p:sp>
        <p:nvSpPr>
          <p:cNvPr id="133" name="TextBox 133"/>
          <p:cNvSpPr txBox="1"/>
          <p:nvPr/>
        </p:nvSpPr>
        <p:spPr>
          <a:xfrm>
            <a:off x="4937057" y="5458706"/>
            <a:ext cx="2186397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 b="1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等信息独立基线</a:t>
            </a:r>
            <a:endParaRPr lang="zh-CN" sz="2250"/>
          </a:p>
        </p:txBody>
      </p:sp>
      <p:sp>
        <p:nvSpPr>
          <p:cNvPr id="134" name="TextBox 134"/>
          <p:cNvSpPr txBox="1"/>
          <p:nvPr/>
        </p:nvSpPr>
        <p:spPr>
          <a:xfrm>
            <a:off x="5286881" y="5823105"/>
            <a:ext cx="1486750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同输入与校正</a:t>
            </a:r>
            <a:endParaRPr lang="zh-CN" sz="1750"/>
          </a:p>
        </p:txBody>
      </p:sp>
      <p:sp>
        <p:nvSpPr>
          <p:cNvPr id="135" name="TextBox 135"/>
          <p:cNvSpPr txBox="1"/>
          <p:nvPr/>
        </p:nvSpPr>
        <p:spPr>
          <a:xfrm>
            <a:off x="5170273" y="6121913"/>
            <a:ext cx="1719966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750">
                <a:solidFill>
                  <a:srgbClr val="050505"/>
                </a:solidFill>
                <a:latin typeface="Noto Sans CJK SC"/>
                <a:ea typeface="Noto Sans CJK SC"/>
                <a:cs typeface="Noto Sans CJK SC"/>
              </a:rPr>
              <a:t>同总容量与预算</a:t>
            </a:r>
            <a:endParaRPr lang="zh-CN" sz="17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67486" y="1508614"/>
            <a:ext cx="2740285" cy="1231671"/>
          </a:xfrm>
          <a:prstGeom prst="roundRect">
            <a:avLst>
              <a:gd name="adj" fmla="val 2367"/>
            </a:avLst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836570" y="1508614"/>
            <a:ext cx="4474827" cy="1231671"/>
          </a:xfrm>
          <a:prstGeom prst="roundRect">
            <a:avLst>
              <a:gd name="adj" fmla="val 2367"/>
            </a:avLst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9091212" y="1508614"/>
            <a:ext cx="2703845" cy="1231671"/>
          </a:xfrm>
          <a:prstGeom prst="roundRect">
            <a:avLst>
              <a:gd name="adj" fmla="val 2367"/>
            </a:avLst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367486" y="5174474"/>
            <a:ext cx="2587237" cy="1260823"/>
          </a:xfrm>
          <a:prstGeom prst="roundRect">
            <a:avLst>
              <a:gd name="adj" fmla="val 2312"/>
            </a:avLst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4718417" y="5312946"/>
            <a:ext cx="2740285" cy="1122351"/>
          </a:xfrm>
          <a:prstGeom prst="roundRect">
            <a:avLst>
              <a:gd name="adj" fmla="val 2597"/>
            </a:avLst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9229684" y="5174474"/>
            <a:ext cx="2558085" cy="1253535"/>
          </a:xfrm>
          <a:prstGeom prst="roundRect">
            <a:avLst>
              <a:gd name="adj" fmla="val 2326"/>
            </a:avLst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ect 9"/>
          <p:cNvSpPr/>
          <p:nvPr/>
        </p:nvSpPr>
        <p:spPr>
          <a:xfrm>
            <a:off x="4077074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ect 10"/>
          <p:cNvSpPr/>
          <p:nvPr/>
        </p:nvSpPr>
        <p:spPr>
          <a:xfrm>
            <a:off x="4230122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4383170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4536217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4689265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4842313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4995361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5148409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5301457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5454504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5607552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760600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5913648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6066696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6219743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6372791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6525839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6678887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6831935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6984983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7138030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7291078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7444126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7597174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7750222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7903269" y="139929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8056317" y="139929"/>
            <a:ext cx="29152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8072351" y="153048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8072351" y="306096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8072351" y="459143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8072351" y="612191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8072351" y="765239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8072351" y="918287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8072351" y="1071335"/>
            <a:ext cx="26237" cy="65592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4077074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4230122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4383170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4536217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4689265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4842313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4995361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5148409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5301457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5454504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5607552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5760600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5913648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6066696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6219743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6372791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6525839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6678887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6831935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6984983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7138030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7291078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7444126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7597174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7750222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7903269" y="1123808"/>
            <a:ext cx="94744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8056317" y="1123808"/>
            <a:ext cx="29152" cy="26237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4063956" y="153048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4063956" y="306096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4063956" y="459143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4063956" y="612191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4063956" y="765239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4063956" y="918287"/>
            <a:ext cx="26237" cy="9474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Rect 76"/>
          <p:cNvSpPr/>
          <p:nvPr/>
        </p:nvSpPr>
        <p:spPr>
          <a:xfrm>
            <a:off x="4063956" y="1071335"/>
            <a:ext cx="26237" cy="65592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Rect 77"/>
          <p:cNvSpPr/>
          <p:nvPr/>
        </p:nvSpPr>
        <p:spPr>
          <a:xfrm>
            <a:off x="1774069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Rect 78"/>
          <p:cNvSpPr/>
          <p:nvPr/>
        </p:nvSpPr>
        <p:spPr>
          <a:xfrm>
            <a:off x="191982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Rect 79"/>
          <p:cNvSpPr/>
          <p:nvPr/>
        </p:nvSpPr>
        <p:spPr>
          <a:xfrm>
            <a:off x="206558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0" name="Rect 80"/>
          <p:cNvSpPr/>
          <p:nvPr/>
        </p:nvSpPr>
        <p:spPr>
          <a:xfrm>
            <a:off x="221134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1" name="Rect 81"/>
          <p:cNvSpPr/>
          <p:nvPr/>
        </p:nvSpPr>
        <p:spPr>
          <a:xfrm>
            <a:off x="235710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" name="Rect 82"/>
          <p:cNvSpPr/>
          <p:nvPr/>
        </p:nvSpPr>
        <p:spPr>
          <a:xfrm>
            <a:off x="250286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3" name="Rect 83"/>
          <p:cNvSpPr/>
          <p:nvPr/>
        </p:nvSpPr>
        <p:spPr>
          <a:xfrm>
            <a:off x="2648628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4" name="Rect 84"/>
          <p:cNvSpPr/>
          <p:nvPr/>
        </p:nvSpPr>
        <p:spPr>
          <a:xfrm>
            <a:off x="279438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5" name="Rect 85"/>
          <p:cNvSpPr/>
          <p:nvPr/>
        </p:nvSpPr>
        <p:spPr>
          <a:xfrm>
            <a:off x="294014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6" name="Rect 86"/>
          <p:cNvSpPr/>
          <p:nvPr/>
        </p:nvSpPr>
        <p:spPr>
          <a:xfrm>
            <a:off x="308590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7" name="Rect 87"/>
          <p:cNvSpPr/>
          <p:nvPr/>
        </p:nvSpPr>
        <p:spPr>
          <a:xfrm>
            <a:off x="323166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8" name="Rect 88"/>
          <p:cNvSpPr/>
          <p:nvPr/>
        </p:nvSpPr>
        <p:spPr>
          <a:xfrm>
            <a:off x="337742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89" name="Rect 89"/>
          <p:cNvSpPr/>
          <p:nvPr/>
        </p:nvSpPr>
        <p:spPr>
          <a:xfrm>
            <a:off x="3523187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0" name="Rect 90"/>
          <p:cNvSpPr/>
          <p:nvPr/>
        </p:nvSpPr>
        <p:spPr>
          <a:xfrm>
            <a:off x="3668946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1" name="Rect 91"/>
          <p:cNvSpPr/>
          <p:nvPr/>
        </p:nvSpPr>
        <p:spPr>
          <a:xfrm>
            <a:off x="3814706" y="550243"/>
            <a:ext cx="87456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2" name="Rect 92"/>
          <p:cNvSpPr/>
          <p:nvPr/>
        </p:nvSpPr>
        <p:spPr>
          <a:xfrm>
            <a:off x="3960466" y="550243"/>
            <a:ext cx="72880" cy="21864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3" name="Rect 93"/>
          <p:cNvSpPr/>
          <p:nvPr/>
        </p:nvSpPr>
        <p:spPr>
          <a:xfrm>
            <a:off x="1763137" y="561175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4" name="Rect 94"/>
          <p:cNvSpPr/>
          <p:nvPr/>
        </p:nvSpPr>
        <p:spPr>
          <a:xfrm>
            <a:off x="1763137" y="706935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" name="Rect 95"/>
          <p:cNvSpPr/>
          <p:nvPr/>
        </p:nvSpPr>
        <p:spPr>
          <a:xfrm>
            <a:off x="1763137" y="852695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6" name="Rect 96"/>
          <p:cNvSpPr/>
          <p:nvPr/>
        </p:nvSpPr>
        <p:spPr>
          <a:xfrm>
            <a:off x="1763137" y="998455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7" name="Rect 97"/>
          <p:cNvSpPr/>
          <p:nvPr/>
        </p:nvSpPr>
        <p:spPr>
          <a:xfrm>
            <a:off x="1763137" y="1144215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8" name="Rect 98"/>
          <p:cNvSpPr/>
          <p:nvPr/>
        </p:nvSpPr>
        <p:spPr>
          <a:xfrm>
            <a:off x="1763137" y="1289974"/>
            <a:ext cx="21864" cy="87456"/>
          </a:xfrm>
          <a:prstGeom prst="rect">
            <a:avLst/>
          </a:pr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99" name="Rect 99"/>
          <p:cNvSpPr/>
          <p:nvPr/>
        </p:nvSpPr>
        <p:spPr>
          <a:xfrm>
            <a:off x="368352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" name="Rect 100"/>
          <p:cNvSpPr/>
          <p:nvPr/>
        </p:nvSpPr>
        <p:spPr>
          <a:xfrm>
            <a:off x="382928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1" name="Rect 101"/>
          <p:cNvSpPr/>
          <p:nvPr/>
        </p:nvSpPr>
        <p:spPr>
          <a:xfrm>
            <a:off x="397504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2" name="Rect 102"/>
          <p:cNvSpPr/>
          <p:nvPr/>
        </p:nvSpPr>
        <p:spPr>
          <a:xfrm>
            <a:off x="412080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3" name="Rect 103"/>
          <p:cNvSpPr/>
          <p:nvPr/>
        </p:nvSpPr>
        <p:spPr>
          <a:xfrm>
            <a:off x="426656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4" name="Rect 104"/>
          <p:cNvSpPr/>
          <p:nvPr/>
        </p:nvSpPr>
        <p:spPr>
          <a:xfrm>
            <a:off x="4412322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5" name="Rect 105"/>
          <p:cNvSpPr/>
          <p:nvPr/>
        </p:nvSpPr>
        <p:spPr>
          <a:xfrm>
            <a:off x="455808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6" name="Rect 106"/>
          <p:cNvSpPr/>
          <p:nvPr/>
        </p:nvSpPr>
        <p:spPr>
          <a:xfrm>
            <a:off x="470384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7" name="Rect 107"/>
          <p:cNvSpPr/>
          <p:nvPr/>
        </p:nvSpPr>
        <p:spPr>
          <a:xfrm>
            <a:off x="484960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8" name="Rect 108"/>
          <p:cNvSpPr/>
          <p:nvPr/>
        </p:nvSpPr>
        <p:spPr>
          <a:xfrm>
            <a:off x="499536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9" name="Rect 109"/>
          <p:cNvSpPr/>
          <p:nvPr/>
        </p:nvSpPr>
        <p:spPr>
          <a:xfrm>
            <a:off x="514112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0" name="Rect 110"/>
          <p:cNvSpPr/>
          <p:nvPr/>
        </p:nvSpPr>
        <p:spPr>
          <a:xfrm>
            <a:off x="5286881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1" name="Rect 111"/>
          <p:cNvSpPr/>
          <p:nvPr/>
        </p:nvSpPr>
        <p:spPr>
          <a:xfrm>
            <a:off x="543264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2" name="Rect 112"/>
          <p:cNvSpPr/>
          <p:nvPr/>
        </p:nvSpPr>
        <p:spPr>
          <a:xfrm>
            <a:off x="557840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3" name="Rect 113"/>
          <p:cNvSpPr/>
          <p:nvPr/>
        </p:nvSpPr>
        <p:spPr>
          <a:xfrm>
            <a:off x="572416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4" name="Rect 114"/>
          <p:cNvSpPr/>
          <p:nvPr/>
        </p:nvSpPr>
        <p:spPr>
          <a:xfrm>
            <a:off x="586992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5" name="Rect 115"/>
          <p:cNvSpPr/>
          <p:nvPr/>
        </p:nvSpPr>
        <p:spPr>
          <a:xfrm>
            <a:off x="601568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6" name="Rect 116"/>
          <p:cNvSpPr/>
          <p:nvPr/>
        </p:nvSpPr>
        <p:spPr>
          <a:xfrm>
            <a:off x="6161440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7" name="Rect 117"/>
          <p:cNvSpPr/>
          <p:nvPr/>
        </p:nvSpPr>
        <p:spPr>
          <a:xfrm>
            <a:off x="630719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8" name="Rect 118"/>
          <p:cNvSpPr/>
          <p:nvPr/>
        </p:nvSpPr>
        <p:spPr>
          <a:xfrm>
            <a:off x="645295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9" name="Rect 119"/>
          <p:cNvSpPr/>
          <p:nvPr/>
        </p:nvSpPr>
        <p:spPr>
          <a:xfrm>
            <a:off x="659871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0" name="Rect 120"/>
          <p:cNvSpPr/>
          <p:nvPr/>
        </p:nvSpPr>
        <p:spPr>
          <a:xfrm>
            <a:off x="674447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1" name="Rect 121"/>
          <p:cNvSpPr/>
          <p:nvPr/>
        </p:nvSpPr>
        <p:spPr>
          <a:xfrm>
            <a:off x="689023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2" name="Rect 122"/>
          <p:cNvSpPr/>
          <p:nvPr/>
        </p:nvSpPr>
        <p:spPr>
          <a:xfrm>
            <a:off x="7035999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3" name="Rect 123"/>
          <p:cNvSpPr/>
          <p:nvPr/>
        </p:nvSpPr>
        <p:spPr>
          <a:xfrm>
            <a:off x="7181758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4" name="Rect 124"/>
          <p:cNvSpPr/>
          <p:nvPr/>
        </p:nvSpPr>
        <p:spPr>
          <a:xfrm>
            <a:off x="7327518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5" name="Rect 125"/>
          <p:cNvSpPr/>
          <p:nvPr/>
        </p:nvSpPr>
        <p:spPr>
          <a:xfrm>
            <a:off x="7473278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6" name="Rect 126"/>
          <p:cNvSpPr/>
          <p:nvPr/>
        </p:nvSpPr>
        <p:spPr>
          <a:xfrm>
            <a:off x="7619038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7" name="Rect 127"/>
          <p:cNvSpPr/>
          <p:nvPr/>
        </p:nvSpPr>
        <p:spPr>
          <a:xfrm>
            <a:off x="7764798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8" name="Rect 128"/>
          <p:cNvSpPr/>
          <p:nvPr/>
        </p:nvSpPr>
        <p:spPr>
          <a:xfrm>
            <a:off x="7910557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29" name="Rect 129"/>
          <p:cNvSpPr/>
          <p:nvPr/>
        </p:nvSpPr>
        <p:spPr>
          <a:xfrm>
            <a:off x="8056317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0" name="Rect 130"/>
          <p:cNvSpPr/>
          <p:nvPr/>
        </p:nvSpPr>
        <p:spPr>
          <a:xfrm>
            <a:off x="8202077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1" name="Rect 131"/>
          <p:cNvSpPr/>
          <p:nvPr/>
        </p:nvSpPr>
        <p:spPr>
          <a:xfrm>
            <a:off x="8347837" y="300119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2" name="Rect 132"/>
          <p:cNvSpPr/>
          <p:nvPr/>
        </p:nvSpPr>
        <p:spPr>
          <a:xfrm>
            <a:off x="8462987" y="300994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3" name="Rect 133"/>
          <p:cNvSpPr/>
          <p:nvPr/>
        </p:nvSpPr>
        <p:spPr>
          <a:xfrm>
            <a:off x="8462987" y="315570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4" name="Rect 134"/>
          <p:cNvSpPr/>
          <p:nvPr/>
        </p:nvSpPr>
        <p:spPr>
          <a:xfrm>
            <a:off x="8462987" y="330146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5" name="Rect 135"/>
          <p:cNvSpPr/>
          <p:nvPr/>
        </p:nvSpPr>
        <p:spPr>
          <a:xfrm>
            <a:off x="8462987" y="344722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6" name="Rect 136"/>
          <p:cNvSpPr/>
          <p:nvPr/>
        </p:nvSpPr>
        <p:spPr>
          <a:xfrm>
            <a:off x="8462987" y="3592980"/>
            <a:ext cx="17491" cy="2186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7" name="Rect 137"/>
          <p:cNvSpPr/>
          <p:nvPr/>
        </p:nvSpPr>
        <p:spPr>
          <a:xfrm>
            <a:off x="368352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8" name="Rect 138"/>
          <p:cNvSpPr/>
          <p:nvPr/>
        </p:nvSpPr>
        <p:spPr>
          <a:xfrm>
            <a:off x="382928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39" name="Rect 139"/>
          <p:cNvSpPr/>
          <p:nvPr/>
        </p:nvSpPr>
        <p:spPr>
          <a:xfrm>
            <a:off x="397504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0" name="Rect 140"/>
          <p:cNvSpPr/>
          <p:nvPr/>
        </p:nvSpPr>
        <p:spPr>
          <a:xfrm>
            <a:off x="412080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1" name="Rect 141"/>
          <p:cNvSpPr/>
          <p:nvPr/>
        </p:nvSpPr>
        <p:spPr>
          <a:xfrm>
            <a:off x="426656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2" name="Rect 142"/>
          <p:cNvSpPr/>
          <p:nvPr/>
        </p:nvSpPr>
        <p:spPr>
          <a:xfrm>
            <a:off x="4412322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3" name="Rect 143"/>
          <p:cNvSpPr/>
          <p:nvPr/>
        </p:nvSpPr>
        <p:spPr>
          <a:xfrm>
            <a:off x="455808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4" name="Rect 144"/>
          <p:cNvSpPr/>
          <p:nvPr/>
        </p:nvSpPr>
        <p:spPr>
          <a:xfrm>
            <a:off x="470384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5" name="Rect 145"/>
          <p:cNvSpPr/>
          <p:nvPr/>
        </p:nvSpPr>
        <p:spPr>
          <a:xfrm>
            <a:off x="484960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6" name="Rect 146"/>
          <p:cNvSpPr/>
          <p:nvPr/>
        </p:nvSpPr>
        <p:spPr>
          <a:xfrm>
            <a:off x="499536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7" name="Rect 147"/>
          <p:cNvSpPr/>
          <p:nvPr/>
        </p:nvSpPr>
        <p:spPr>
          <a:xfrm>
            <a:off x="514112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8" name="Rect 148"/>
          <p:cNvSpPr/>
          <p:nvPr/>
        </p:nvSpPr>
        <p:spPr>
          <a:xfrm>
            <a:off x="5286881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49" name="Rect 149"/>
          <p:cNvSpPr/>
          <p:nvPr/>
        </p:nvSpPr>
        <p:spPr>
          <a:xfrm>
            <a:off x="543264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0" name="Rect 150"/>
          <p:cNvSpPr/>
          <p:nvPr/>
        </p:nvSpPr>
        <p:spPr>
          <a:xfrm>
            <a:off x="557840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1" name="Rect 151"/>
          <p:cNvSpPr/>
          <p:nvPr/>
        </p:nvSpPr>
        <p:spPr>
          <a:xfrm>
            <a:off x="572416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2" name="Rect 152"/>
          <p:cNvSpPr/>
          <p:nvPr/>
        </p:nvSpPr>
        <p:spPr>
          <a:xfrm>
            <a:off x="586992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3" name="Rect 153"/>
          <p:cNvSpPr/>
          <p:nvPr/>
        </p:nvSpPr>
        <p:spPr>
          <a:xfrm>
            <a:off x="601568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4" name="Rect 154"/>
          <p:cNvSpPr/>
          <p:nvPr/>
        </p:nvSpPr>
        <p:spPr>
          <a:xfrm>
            <a:off x="6161440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5" name="Rect 155"/>
          <p:cNvSpPr/>
          <p:nvPr/>
        </p:nvSpPr>
        <p:spPr>
          <a:xfrm>
            <a:off x="630719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6" name="Rect 156"/>
          <p:cNvSpPr/>
          <p:nvPr/>
        </p:nvSpPr>
        <p:spPr>
          <a:xfrm>
            <a:off x="645295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7" name="Rect 157"/>
          <p:cNvSpPr/>
          <p:nvPr/>
        </p:nvSpPr>
        <p:spPr>
          <a:xfrm>
            <a:off x="659871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8" name="Rect 158"/>
          <p:cNvSpPr/>
          <p:nvPr/>
        </p:nvSpPr>
        <p:spPr>
          <a:xfrm>
            <a:off x="674447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9" name="Rect 159"/>
          <p:cNvSpPr/>
          <p:nvPr/>
        </p:nvSpPr>
        <p:spPr>
          <a:xfrm>
            <a:off x="689023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0" name="Rect 160"/>
          <p:cNvSpPr/>
          <p:nvPr/>
        </p:nvSpPr>
        <p:spPr>
          <a:xfrm>
            <a:off x="7035999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1" name="Rect 161"/>
          <p:cNvSpPr/>
          <p:nvPr/>
        </p:nvSpPr>
        <p:spPr>
          <a:xfrm>
            <a:off x="7181758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2" name="Rect 162"/>
          <p:cNvSpPr/>
          <p:nvPr/>
        </p:nvSpPr>
        <p:spPr>
          <a:xfrm>
            <a:off x="7327518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3" name="Rect 163"/>
          <p:cNvSpPr/>
          <p:nvPr/>
        </p:nvSpPr>
        <p:spPr>
          <a:xfrm>
            <a:off x="7473278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4" name="Rect 164"/>
          <p:cNvSpPr/>
          <p:nvPr/>
        </p:nvSpPr>
        <p:spPr>
          <a:xfrm>
            <a:off x="7619038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5" name="Rect 165"/>
          <p:cNvSpPr/>
          <p:nvPr/>
        </p:nvSpPr>
        <p:spPr>
          <a:xfrm>
            <a:off x="7764798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6" name="Rect 166"/>
          <p:cNvSpPr/>
          <p:nvPr/>
        </p:nvSpPr>
        <p:spPr>
          <a:xfrm>
            <a:off x="7910557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7" name="Rect 167"/>
          <p:cNvSpPr/>
          <p:nvPr/>
        </p:nvSpPr>
        <p:spPr>
          <a:xfrm>
            <a:off x="8056317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8" name="Rect 168"/>
          <p:cNvSpPr/>
          <p:nvPr/>
        </p:nvSpPr>
        <p:spPr>
          <a:xfrm>
            <a:off x="8202077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69" name="Rect 169"/>
          <p:cNvSpPr/>
          <p:nvPr/>
        </p:nvSpPr>
        <p:spPr>
          <a:xfrm>
            <a:off x="8347837" y="3606098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0" name="Rect 170"/>
          <p:cNvSpPr/>
          <p:nvPr/>
        </p:nvSpPr>
        <p:spPr>
          <a:xfrm>
            <a:off x="3674777" y="300994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1" name="Rect 171"/>
          <p:cNvSpPr/>
          <p:nvPr/>
        </p:nvSpPr>
        <p:spPr>
          <a:xfrm>
            <a:off x="3674777" y="315570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2" name="Rect 172"/>
          <p:cNvSpPr/>
          <p:nvPr/>
        </p:nvSpPr>
        <p:spPr>
          <a:xfrm>
            <a:off x="3674777" y="330146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3" name="Rect 173"/>
          <p:cNvSpPr/>
          <p:nvPr/>
        </p:nvSpPr>
        <p:spPr>
          <a:xfrm>
            <a:off x="3674777" y="3447220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4" name="Rect 174"/>
          <p:cNvSpPr/>
          <p:nvPr/>
        </p:nvSpPr>
        <p:spPr>
          <a:xfrm>
            <a:off x="3674777" y="3592980"/>
            <a:ext cx="17491" cy="2186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75" name="Rect 175"/>
          <p:cNvSpPr/>
          <p:nvPr/>
        </p:nvSpPr>
        <p:spPr>
          <a:xfrm>
            <a:off x="3880298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6" name="Rect 176"/>
          <p:cNvSpPr/>
          <p:nvPr/>
        </p:nvSpPr>
        <p:spPr>
          <a:xfrm>
            <a:off x="4026058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7" name="Rect 177"/>
          <p:cNvSpPr/>
          <p:nvPr/>
        </p:nvSpPr>
        <p:spPr>
          <a:xfrm>
            <a:off x="4171818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8" name="Rect 178"/>
          <p:cNvSpPr/>
          <p:nvPr/>
        </p:nvSpPr>
        <p:spPr>
          <a:xfrm>
            <a:off x="4317578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79" name="Rect 179"/>
          <p:cNvSpPr/>
          <p:nvPr/>
        </p:nvSpPr>
        <p:spPr>
          <a:xfrm>
            <a:off x="4463338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0" name="Rect 180"/>
          <p:cNvSpPr/>
          <p:nvPr/>
        </p:nvSpPr>
        <p:spPr>
          <a:xfrm>
            <a:off x="3887586" y="3119260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1" name="Rect 181"/>
          <p:cNvSpPr/>
          <p:nvPr/>
        </p:nvSpPr>
        <p:spPr>
          <a:xfrm>
            <a:off x="3887586" y="3235868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2" name="Rect 182"/>
          <p:cNvSpPr/>
          <p:nvPr/>
        </p:nvSpPr>
        <p:spPr>
          <a:xfrm>
            <a:off x="3887586" y="3352476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3" name="Rect 183"/>
          <p:cNvSpPr/>
          <p:nvPr/>
        </p:nvSpPr>
        <p:spPr>
          <a:xfrm>
            <a:off x="3887586" y="3469084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4" name="Rect 184"/>
          <p:cNvSpPr/>
          <p:nvPr/>
        </p:nvSpPr>
        <p:spPr>
          <a:xfrm>
            <a:off x="7640902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5" name="Rect 185"/>
          <p:cNvSpPr/>
          <p:nvPr/>
        </p:nvSpPr>
        <p:spPr>
          <a:xfrm>
            <a:off x="7786662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6" name="Rect 186"/>
          <p:cNvSpPr/>
          <p:nvPr/>
        </p:nvSpPr>
        <p:spPr>
          <a:xfrm>
            <a:off x="7932421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7" name="Rect 187"/>
          <p:cNvSpPr/>
          <p:nvPr/>
        </p:nvSpPr>
        <p:spPr>
          <a:xfrm>
            <a:off x="8078181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8" name="Rect 188"/>
          <p:cNvSpPr/>
          <p:nvPr/>
        </p:nvSpPr>
        <p:spPr>
          <a:xfrm>
            <a:off x="8223941" y="3126548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89" name="Rect 189"/>
          <p:cNvSpPr/>
          <p:nvPr/>
        </p:nvSpPr>
        <p:spPr>
          <a:xfrm>
            <a:off x="7648190" y="3119260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0" name="Rect 190"/>
          <p:cNvSpPr/>
          <p:nvPr/>
        </p:nvSpPr>
        <p:spPr>
          <a:xfrm>
            <a:off x="7648190" y="3235868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1" name="Rect 191"/>
          <p:cNvSpPr/>
          <p:nvPr/>
        </p:nvSpPr>
        <p:spPr>
          <a:xfrm>
            <a:off x="7648190" y="3352476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2" name="Rect 192"/>
          <p:cNvSpPr/>
          <p:nvPr/>
        </p:nvSpPr>
        <p:spPr>
          <a:xfrm>
            <a:off x="7648190" y="3469084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3" name="Rect 193"/>
          <p:cNvSpPr/>
          <p:nvPr/>
        </p:nvSpPr>
        <p:spPr>
          <a:xfrm>
            <a:off x="368352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4" name="Rect 194"/>
          <p:cNvSpPr/>
          <p:nvPr/>
        </p:nvSpPr>
        <p:spPr>
          <a:xfrm>
            <a:off x="382928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5" name="Rect 195"/>
          <p:cNvSpPr/>
          <p:nvPr/>
        </p:nvSpPr>
        <p:spPr>
          <a:xfrm>
            <a:off x="397504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6" name="Rect 196"/>
          <p:cNvSpPr/>
          <p:nvPr/>
        </p:nvSpPr>
        <p:spPr>
          <a:xfrm>
            <a:off x="412080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7" name="Rect 197"/>
          <p:cNvSpPr/>
          <p:nvPr/>
        </p:nvSpPr>
        <p:spPr>
          <a:xfrm>
            <a:off x="426656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8" name="Rect 198"/>
          <p:cNvSpPr/>
          <p:nvPr/>
        </p:nvSpPr>
        <p:spPr>
          <a:xfrm>
            <a:off x="4412322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199" name="Rect 199"/>
          <p:cNvSpPr/>
          <p:nvPr/>
        </p:nvSpPr>
        <p:spPr>
          <a:xfrm>
            <a:off x="455808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0" name="Rect 200"/>
          <p:cNvSpPr/>
          <p:nvPr/>
        </p:nvSpPr>
        <p:spPr>
          <a:xfrm>
            <a:off x="470384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Rect 201"/>
          <p:cNvSpPr/>
          <p:nvPr/>
        </p:nvSpPr>
        <p:spPr>
          <a:xfrm>
            <a:off x="484960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Rect 202"/>
          <p:cNvSpPr/>
          <p:nvPr/>
        </p:nvSpPr>
        <p:spPr>
          <a:xfrm>
            <a:off x="499536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Rect 203"/>
          <p:cNvSpPr/>
          <p:nvPr/>
        </p:nvSpPr>
        <p:spPr>
          <a:xfrm>
            <a:off x="514112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4" name="Rect 204"/>
          <p:cNvSpPr/>
          <p:nvPr/>
        </p:nvSpPr>
        <p:spPr>
          <a:xfrm>
            <a:off x="5286881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5" name="Rect 205"/>
          <p:cNvSpPr/>
          <p:nvPr/>
        </p:nvSpPr>
        <p:spPr>
          <a:xfrm>
            <a:off x="543264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Rect 206"/>
          <p:cNvSpPr/>
          <p:nvPr/>
        </p:nvSpPr>
        <p:spPr>
          <a:xfrm>
            <a:off x="557840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Rect 207"/>
          <p:cNvSpPr/>
          <p:nvPr/>
        </p:nvSpPr>
        <p:spPr>
          <a:xfrm>
            <a:off x="572416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8" name="Rect 208"/>
          <p:cNvSpPr/>
          <p:nvPr/>
        </p:nvSpPr>
        <p:spPr>
          <a:xfrm>
            <a:off x="586992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09" name="Rect 209"/>
          <p:cNvSpPr/>
          <p:nvPr/>
        </p:nvSpPr>
        <p:spPr>
          <a:xfrm>
            <a:off x="601568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0" name="Rect 210"/>
          <p:cNvSpPr/>
          <p:nvPr/>
        </p:nvSpPr>
        <p:spPr>
          <a:xfrm>
            <a:off x="6161440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1" name="Rect 211"/>
          <p:cNvSpPr/>
          <p:nvPr/>
        </p:nvSpPr>
        <p:spPr>
          <a:xfrm>
            <a:off x="630719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2" name="Rect 212"/>
          <p:cNvSpPr/>
          <p:nvPr/>
        </p:nvSpPr>
        <p:spPr>
          <a:xfrm>
            <a:off x="645295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3" name="Rect 213"/>
          <p:cNvSpPr/>
          <p:nvPr/>
        </p:nvSpPr>
        <p:spPr>
          <a:xfrm>
            <a:off x="659871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4" name="Rect 214"/>
          <p:cNvSpPr/>
          <p:nvPr/>
        </p:nvSpPr>
        <p:spPr>
          <a:xfrm>
            <a:off x="674447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5" name="Rect 215"/>
          <p:cNvSpPr/>
          <p:nvPr/>
        </p:nvSpPr>
        <p:spPr>
          <a:xfrm>
            <a:off x="689023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6" name="Rect 216"/>
          <p:cNvSpPr/>
          <p:nvPr/>
        </p:nvSpPr>
        <p:spPr>
          <a:xfrm>
            <a:off x="7035999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7" name="Rect 217"/>
          <p:cNvSpPr/>
          <p:nvPr/>
        </p:nvSpPr>
        <p:spPr>
          <a:xfrm>
            <a:off x="7181758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8" name="Rect 218"/>
          <p:cNvSpPr/>
          <p:nvPr/>
        </p:nvSpPr>
        <p:spPr>
          <a:xfrm>
            <a:off x="7327518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19" name="Rect 219"/>
          <p:cNvSpPr/>
          <p:nvPr/>
        </p:nvSpPr>
        <p:spPr>
          <a:xfrm>
            <a:off x="7473278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0" name="Rect 220"/>
          <p:cNvSpPr/>
          <p:nvPr/>
        </p:nvSpPr>
        <p:spPr>
          <a:xfrm>
            <a:off x="7619038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1" name="Rect 221"/>
          <p:cNvSpPr/>
          <p:nvPr/>
        </p:nvSpPr>
        <p:spPr>
          <a:xfrm>
            <a:off x="7764798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2" name="Rect 222"/>
          <p:cNvSpPr/>
          <p:nvPr/>
        </p:nvSpPr>
        <p:spPr>
          <a:xfrm>
            <a:off x="7910557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3" name="Rect 223"/>
          <p:cNvSpPr/>
          <p:nvPr/>
        </p:nvSpPr>
        <p:spPr>
          <a:xfrm>
            <a:off x="8056317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4" name="Rect 224"/>
          <p:cNvSpPr/>
          <p:nvPr/>
        </p:nvSpPr>
        <p:spPr>
          <a:xfrm>
            <a:off x="8202077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5" name="Rect 225"/>
          <p:cNvSpPr/>
          <p:nvPr/>
        </p:nvSpPr>
        <p:spPr>
          <a:xfrm>
            <a:off x="8347837" y="3759146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6" name="Rect 226"/>
          <p:cNvSpPr/>
          <p:nvPr/>
        </p:nvSpPr>
        <p:spPr>
          <a:xfrm>
            <a:off x="8462987" y="3767892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7" name="Rect 227"/>
          <p:cNvSpPr/>
          <p:nvPr/>
        </p:nvSpPr>
        <p:spPr>
          <a:xfrm>
            <a:off x="8462987" y="391365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8" name="Rect 228"/>
          <p:cNvSpPr/>
          <p:nvPr/>
        </p:nvSpPr>
        <p:spPr>
          <a:xfrm>
            <a:off x="8462987" y="405941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29" name="Rect 229"/>
          <p:cNvSpPr/>
          <p:nvPr/>
        </p:nvSpPr>
        <p:spPr>
          <a:xfrm>
            <a:off x="8462987" y="420517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0" name="Rect 230"/>
          <p:cNvSpPr/>
          <p:nvPr/>
        </p:nvSpPr>
        <p:spPr>
          <a:xfrm>
            <a:off x="368352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1" name="Rect 231"/>
          <p:cNvSpPr/>
          <p:nvPr/>
        </p:nvSpPr>
        <p:spPr>
          <a:xfrm>
            <a:off x="382928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2" name="Rect 232"/>
          <p:cNvSpPr/>
          <p:nvPr/>
        </p:nvSpPr>
        <p:spPr>
          <a:xfrm>
            <a:off x="397504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3" name="Rect 233"/>
          <p:cNvSpPr/>
          <p:nvPr/>
        </p:nvSpPr>
        <p:spPr>
          <a:xfrm>
            <a:off x="412080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4" name="Rect 234"/>
          <p:cNvSpPr/>
          <p:nvPr/>
        </p:nvSpPr>
        <p:spPr>
          <a:xfrm>
            <a:off x="426656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5" name="Rect 235"/>
          <p:cNvSpPr/>
          <p:nvPr/>
        </p:nvSpPr>
        <p:spPr>
          <a:xfrm>
            <a:off x="4412322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6" name="Rect 236"/>
          <p:cNvSpPr/>
          <p:nvPr/>
        </p:nvSpPr>
        <p:spPr>
          <a:xfrm>
            <a:off x="455808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7" name="Rect 237"/>
          <p:cNvSpPr/>
          <p:nvPr/>
        </p:nvSpPr>
        <p:spPr>
          <a:xfrm>
            <a:off x="470384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8" name="Rect 238"/>
          <p:cNvSpPr/>
          <p:nvPr/>
        </p:nvSpPr>
        <p:spPr>
          <a:xfrm>
            <a:off x="484960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39" name="Rect 239"/>
          <p:cNvSpPr/>
          <p:nvPr/>
        </p:nvSpPr>
        <p:spPr>
          <a:xfrm>
            <a:off x="499536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0" name="Rect 240"/>
          <p:cNvSpPr/>
          <p:nvPr/>
        </p:nvSpPr>
        <p:spPr>
          <a:xfrm>
            <a:off x="514112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1" name="Rect 241"/>
          <p:cNvSpPr/>
          <p:nvPr/>
        </p:nvSpPr>
        <p:spPr>
          <a:xfrm>
            <a:off x="5286881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2" name="Rect 242"/>
          <p:cNvSpPr/>
          <p:nvPr/>
        </p:nvSpPr>
        <p:spPr>
          <a:xfrm>
            <a:off x="543264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3" name="Rect 243"/>
          <p:cNvSpPr/>
          <p:nvPr/>
        </p:nvSpPr>
        <p:spPr>
          <a:xfrm>
            <a:off x="557840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4" name="Rect 244"/>
          <p:cNvSpPr/>
          <p:nvPr/>
        </p:nvSpPr>
        <p:spPr>
          <a:xfrm>
            <a:off x="572416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5" name="Rect 245"/>
          <p:cNvSpPr/>
          <p:nvPr/>
        </p:nvSpPr>
        <p:spPr>
          <a:xfrm>
            <a:off x="586992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6" name="Rect 246"/>
          <p:cNvSpPr/>
          <p:nvPr/>
        </p:nvSpPr>
        <p:spPr>
          <a:xfrm>
            <a:off x="601568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7" name="Rect 247"/>
          <p:cNvSpPr/>
          <p:nvPr/>
        </p:nvSpPr>
        <p:spPr>
          <a:xfrm>
            <a:off x="6161440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8" name="Rect 248"/>
          <p:cNvSpPr/>
          <p:nvPr/>
        </p:nvSpPr>
        <p:spPr>
          <a:xfrm>
            <a:off x="630719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49" name="Rect 249"/>
          <p:cNvSpPr/>
          <p:nvPr/>
        </p:nvSpPr>
        <p:spPr>
          <a:xfrm>
            <a:off x="645295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0" name="Rect 250"/>
          <p:cNvSpPr/>
          <p:nvPr/>
        </p:nvSpPr>
        <p:spPr>
          <a:xfrm>
            <a:off x="659871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1" name="Rect 251"/>
          <p:cNvSpPr/>
          <p:nvPr/>
        </p:nvSpPr>
        <p:spPr>
          <a:xfrm>
            <a:off x="674447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2" name="Rect 252"/>
          <p:cNvSpPr/>
          <p:nvPr/>
        </p:nvSpPr>
        <p:spPr>
          <a:xfrm>
            <a:off x="689023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3" name="Rect 253"/>
          <p:cNvSpPr/>
          <p:nvPr/>
        </p:nvSpPr>
        <p:spPr>
          <a:xfrm>
            <a:off x="7035999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4" name="Rect 254"/>
          <p:cNvSpPr/>
          <p:nvPr/>
        </p:nvSpPr>
        <p:spPr>
          <a:xfrm>
            <a:off x="7181758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5" name="Rect 255"/>
          <p:cNvSpPr/>
          <p:nvPr/>
        </p:nvSpPr>
        <p:spPr>
          <a:xfrm>
            <a:off x="7327518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6" name="Rect 256"/>
          <p:cNvSpPr/>
          <p:nvPr/>
        </p:nvSpPr>
        <p:spPr>
          <a:xfrm>
            <a:off x="7473278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7" name="Rect 257"/>
          <p:cNvSpPr/>
          <p:nvPr/>
        </p:nvSpPr>
        <p:spPr>
          <a:xfrm>
            <a:off x="7619038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8" name="Rect 258"/>
          <p:cNvSpPr/>
          <p:nvPr/>
        </p:nvSpPr>
        <p:spPr>
          <a:xfrm>
            <a:off x="7764798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59" name="Rect 259"/>
          <p:cNvSpPr/>
          <p:nvPr/>
        </p:nvSpPr>
        <p:spPr>
          <a:xfrm>
            <a:off x="7910557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0" name="Rect 260"/>
          <p:cNvSpPr/>
          <p:nvPr/>
        </p:nvSpPr>
        <p:spPr>
          <a:xfrm>
            <a:off x="8056317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1" name="Rect 261"/>
          <p:cNvSpPr/>
          <p:nvPr/>
        </p:nvSpPr>
        <p:spPr>
          <a:xfrm>
            <a:off x="8202077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2" name="Rect 262"/>
          <p:cNvSpPr/>
          <p:nvPr/>
        </p:nvSpPr>
        <p:spPr>
          <a:xfrm>
            <a:off x="8347837" y="4342185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3" name="Rect 263"/>
          <p:cNvSpPr/>
          <p:nvPr/>
        </p:nvSpPr>
        <p:spPr>
          <a:xfrm>
            <a:off x="3674777" y="3767892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4" name="Rect 264"/>
          <p:cNvSpPr/>
          <p:nvPr/>
        </p:nvSpPr>
        <p:spPr>
          <a:xfrm>
            <a:off x="3674777" y="391365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5" name="Rect 265"/>
          <p:cNvSpPr/>
          <p:nvPr/>
        </p:nvSpPr>
        <p:spPr>
          <a:xfrm>
            <a:off x="3674777" y="405941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6" name="Rect 266"/>
          <p:cNvSpPr/>
          <p:nvPr/>
        </p:nvSpPr>
        <p:spPr>
          <a:xfrm>
            <a:off x="3674777" y="4205171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67" name="Rect 267"/>
          <p:cNvSpPr/>
          <p:nvPr/>
        </p:nvSpPr>
        <p:spPr>
          <a:xfrm>
            <a:off x="3880298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8" name="Rect 268"/>
          <p:cNvSpPr/>
          <p:nvPr/>
        </p:nvSpPr>
        <p:spPr>
          <a:xfrm>
            <a:off x="4026058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69" name="Rect 269"/>
          <p:cNvSpPr/>
          <p:nvPr/>
        </p:nvSpPr>
        <p:spPr>
          <a:xfrm>
            <a:off x="4171818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0" name="Rect 270"/>
          <p:cNvSpPr/>
          <p:nvPr/>
        </p:nvSpPr>
        <p:spPr>
          <a:xfrm>
            <a:off x="4317578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1" name="Rect 271"/>
          <p:cNvSpPr/>
          <p:nvPr/>
        </p:nvSpPr>
        <p:spPr>
          <a:xfrm>
            <a:off x="4463338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2" name="Rect 272"/>
          <p:cNvSpPr/>
          <p:nvPr/>
        </p:nvSpPr>
        <p:spPr>
          <a:xfrm>
            <a:off x="3887586" y="3855348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3" name="Rect 273"/>
          <p:cNvSpPr/>
          <p:nvPr/>
        </p:nvSpPr>
        <p:spPr>
          <a:xfrm>
            <a:off x="3887586" y="3971955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4" name="Rect 274"/>
          <p:cNvSpPr/>
          <p:nvPr/>
        </p:nvSpPr>
        <p:spPr>
          <a:xfrm>
            <a:off x="3887586" y="4088563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5" name="Rect 275"/>
          <p:cNvSpPr/>
          <p:nvPr/>
        </p:nvSpPr>
        <p:spPr>
          <a:xfrm>
            <a:off x="3887586" y="4205171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6" name="Rect 276"/>
          <p:cNvSpPr/>
          <p:nvPr/>
        </p:nvSpPr>
        <p:spPr>
          <a:xfrm>
            <a:off x="7640902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7" name="Rect 277"/>
          <p:cNvSpPr/>
          <p:nvPr/>
        </p:nvSpPr>
        <p:spPr>
          <a:xfrm>
            <a:off x="7786662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8" name="Rect 278"/>
          <p:cNvSpPr/>
          <p:nvPr/>
        </p:nvSpPr>
        <p:spPr>
          <a:xfrm>
            <a:off x="7932421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79" name="Rect 279"/>
          <p:cNvSpPr/>
          <p:nvPr/>
        </p:nvSpPr>
        <p:spPr>
          <a:xfrm>
            <a:off x="8078181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0" name="Rect 280"/>
          <p:cNvSpPr/>
          <p:nvPr/>
        </p:nvSpPr>
        <p:spPr>
          <a:xfrm>
            <a:off x="8223941" y="3862635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1" name="Rect 281"/>
          <p:cNvSpPr/>
          <p:nvPr/>
        </p:nvSpPr>
        <p:spPr>
          <a:xfrm>
            <a:off x="7648190" y="3855348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2" name="Rect 282"/>
          <p:cNvSpPr/>
          <p:nvPr/>
        </p:nvSpPr>
        <p:spPr>
          <a:xfrm>
            <a:off x="7648190" y="3971955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3" name="Rect 283"/>
          <p:cNvSpPr/>
          <p:nvPr/>
        </p:nvSpPr>
        <p:spPr>
          <a:xfrm>
            <a:off x="7648190" y="4088563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4" name="Rect 284"/>
          <p:cNvSpPr/>
          <p:nvPr/>
        </p:nvSpPr>
        <p:spPr>
          <a:xfrm>
            <a:off x="7648190" y="4205171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285" name="Rect 285"/>
          <p:cNvSpPr/>
          <p:nvPr/>
        </p:nvSpPr>
        <p:spPr>
          <a:xfrm>
            <a:off x="368352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6" name="Rect 286"/>
          <p:cNvSpPr/>
          <p:nvPr/>
        </p:nvSpPr>
        <p:spPr>
          <a:xfrm>
            <a:off x="382928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7" name="Rect 287"/>
          <p:cNvSpPr/>
          <p:nvPr/>
        </p:nvSpPr>
        <p:spPr>
          <a:xfrm>
            <a:off x="397504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8" name="Rect 288"/>
          <p:cNvSpPr/>
          <p:nvPr/>
        </p:nvSpPr>
        <p:spPr>
          <a:xfrm>
            <a:off x="412080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89" name="Rect 289"/>
          <p:cNvSpPr/>
          <p:nvPr/>
        </p:nvSpPr>
        <p:spPr>
          <a:xfrm>
            <a:off x="426656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0" name="Rect 290"/>
          <p:cNvSpPr/>
          <p:nvPr/>
        </p:nvSpPr>
        <p:spPr>
          <a:xfrm>
            <a:off x="4412322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1" name="Rect 291"/>
          <p:cNvSpPr/>
          <p:nvPr/>
        </p:nvSpPr>
        <p:spPr>
          <a:xfrm>
            <a:off x="455808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2" name="Rect 292"/>
          <p:cNvSpPr/>
          <p:nvPr/>
        </p:nvSpPr>
        <p:spPr>
          <a:xfrm>
            <a:off x="470384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3" name="Rect 293"/>
          <p:cNvSpPr/>
          <p:nvPr/>
        </p:nvSpPr>
        <p:spPr>
          <a:xfrm>
            <a:off x="484960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4" name="Rect 294"/>
          <p:cNvSpPr/>
          <p:nvPr/>
        </p:nvSpPr>
        <p:spPr>
          <a:xfrm>
            <a:off x="499536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5" name="Rect 295"/>
          <p:cNvSpPr/>
          <p:nvPr/>
        </p:nvSpPr>
        <p:spPr>
          <a:xfrm>
            <a:off x="514112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6" name="Rect 296"/>
          <p:cNvSpPr/>
          <p:nvPr/>
        </p:nvSpPr>
        <p:spPr>
          <a:xfrm>
            <a:off x="5286881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7" name="Rect 297"/>
          <p:cNvSpPr/>
          <p:nvPr/>
        </p:nvSpPr>
        <p:spPr>
          <a:xfrm>
            <a:off x="543264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8" name="Rect 298"/>
          <p:cNvSpPr/>
          <p:nvPr/>
        </p:nvSpPr>
        <p:spPr>
          <a:xfrm>
            <a:off x="557840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299" name="Rect 299"/>
          <p:cNvSpPr/>
          <p:nvPr/>
        </p:nvSpPr>
        <p:spPr>
          <a:xfrm>
            <a:off x="572416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0" name="Rect 300"/>
          <p:cNvSpPr/>
          <p:nvPr/>
        </p:nvSpPr>
        <p:spPr>
          <a:xfrm>
            <a:off x="586992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1" name="Rect 301"/>
          <p:cNvSpPr/>
          <p:nvPr/>
        </p:nvSpPr>
        <p:spPr>
          <a:xfrm>
            <a:off x="601568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2" name="Rect 302"/>
          <p:cNvSpPr/>
          <p:nvPr/>
        </p:nvSpPr>
        <p:spPr>
          <a:xfrm>
            <a:off x="6161440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3" name="Rect 303"/>
          <p:cNvSpPr/>
          <p:nvPr/>
        </p:nvSpPr>
        <p:spPr>
          <a:xfrm>
            <a:off x="630719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4" name="Rect 304"/>
          <p:cNvSpPr/>
          <p:nvPr/>
        </p:nvSpPr>
        <p:spPr>
          <a:xfrm>
            <a:off x="645295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5" name="Rect 305"/>
          <p:cNvSpPr/>
          <p:nvPr/>
        </p:nvSpPr>
        <p:spPr>
          <a:xfrm>
            <a:off x="659871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6" name="Rect 306"/>
          <p:cNvSpPr/>
          <p:nvPr/>
        </p:nvSpPr>
        <p:spPr>
          <a:xfrm>
            <a:off x="674447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7" name="Rect 307"/>
          <p:cNvSpPr/>
          <p:nvPr/>
        </p:nvSpPr>
        <p:spPr>
          <a:xfrm>
            <a:off x="689023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8" name="Rect 308"/>
          <p:cNvSpPr/>
          <p:nvPr/>
        </p:nvSpPr>
        <p:spPr>
          <a:xfrm>
            <a:off x="7035999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09" name="Rect 309"/>
          <p:cNvSpPr/>
          <p:nvPr/>
        </p:nvSpPr>
        <p:spPr>
          <a:xfrm>
            <a:off x="7181758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0" name="Rect 310"/>
          <p:cNvSpPr/>
          <p:nvPr/>
        </p:nvSpPr>
        <p:spPr>
          <a:xfrm>
            <a:off x="7327518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1" name="Rect 311"/>
          <p:cNvSpPr/>
          <p:nvPr/>
        </p:nvSpPr>
        <p:spPr>
          <a:xfrm>
            <a:off x="7473278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2" name="Rect 312"/>
          <p:cNvSpPr/>
          <p:nvPr/>
        </p:nvSpPr>
        <p:spPr>
          <a:xfrm>
            <a:off x="7619038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3" name="Rect 313"/>
          <p:cNvSpPr/>
          <p:nvPr/>
        </p:nvSpPr>
        <p:spPr>
          <a:xfrm>
            <a:off x="7764798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4" name="Rect 314"/>
          <p:cNvSpPr/>
          <p:nvPr/>
        </p:nvSpPr>
        <p:spPr>
          <a:xfrm>
            <a:off x="7910557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5" name="Rect 315"/>
          <p:cNvSpPr/>
          <p:nvPr/>
        </p:nvSpPr>
        <p:spPr>
          <a:xfrm>
            <a:off x="8056317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6" name="Rect 316"/>
          <p:cNvSpPr/>
          <p:nvPr/>
        </p:nvSpPr>
        <p:spPr>
          <a:xfrm>
            <a:off x="8202077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7" name="Rect 317"/>
          <p:cNvSpPr/>
          <p:nvPr/>
        </p:nvSpPr>
        <p:spPr>
          <a:xfrm>
            <a:off x="8347837" y="4473369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8" name="Rect 318"/>
          <p:cNvSpPr/>
          <p:nvPr/>
        </p:nvSpPr>
        <p:spPr>
          <a:xfrm>
            <a:off x="8462987" y="4482115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9" name="Rect 319"/>
          <p:cNvSpPr/>
          <p:nvPr/>
        </p:nvSpPr>
        <p:spPr>
          <a:xfrm>
            <a:off x="8462987" y="4627875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0" name="Rect 320"/>
          <p:cNvSpPr/>
          <p:nvPr/>
        </p:nvSpPr>
        <p:spPr>
          <a:xfrm>
            <a:off x="8462987" y="4773634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1" name="Rect 321"/>
          <p:cNvSpPr/>
          <p:nvPr/>
        </p:nvSpPr>
        <p:spPr>
          <a:xfrm>
            <a:off x="8462987" y="4919394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2" name="Rect 322"/>
          <p:cNvSpPr/>
          <p:nvPr/>
        </p:nvSpPr>
        <p:spPr>
          <a:xfrm>
            <a:off x="368352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3" name="Rect 323"/>
          <p:cNvSpPr/>
          <p:nvPr/>
        </p:nvSpPr>
        <p:spPr>
          <a:xfrm>
            <a:off x="382928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4" name="Rect 324"/>
          <p:cNvSpPr/>
          <p:nvPr/>
        </p:nvSpPr>
        <p:spPr>
          <a:xfrm>
            <a:off x="397504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5" name="Rect 325"/>
          <p:cNvSpPr/>
          <p:nvPr/>
        </p:nvSpPr>
        <p:spPr>
          <a:xfrm>
            <a:off x="412080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6" name="Rect 326"/>
          <p:cNvSpPr/>
          <p:nvPr/>
        </p:nvSpPr>
        <p:spPr>
          <a:xfrm>
            <a:off x="426656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7" name="Rect 327"/>
          <p:cNvSpPr/>
          <p:nvPr/>
        </p:nvSpPr>
        <p:spPr>
          <a:xfrm>
            <a:off x="4412322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8" name="Rect 328"/>
          <p:cNvSpPr/>
          <p:nvPr/>
        </p:nvSpPr>
        <p:spPr>
          <a:xfrm>
            <a:off x="455808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9" name="Rect 329"/>
          <p:cNvSpPr/>
          <p:nvPr/>
        </p:nvSpPr>
        <p:spPr>
          <a:xfrm>
            <a:off x="470384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0" name="Rect 330"/>
          <p:cNvSpPr/>
          <p:nvPr/>
        </p:nvSpPr>
        <p:spPr>
          <a:xfrm>
            <a:off x="484960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1" name="Rect 331"/>
          <p:cNvSpPr/>
          <p:nvPr/>
        </p:nvSpPr>
        <p:spPr>
          <a:xfrm>
            <a:off x="499536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2" name="Rect 332"/>
          <p:cNvSpPr/>
          <p:nvPr/>
        </p:nvSpPr>
        <p:spPr>
          <a:xfrm>
            <a:off x="514112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3" name="Rect 333"/>
          <p:cNvSpPr/>
          <p:nvPr/>
        </p:nvSpPr>
        <p:spPr>
          <a:xfrm>
            <a:off x="5286881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4" name="Rect 334"/>
          <p:cNvSpPr/>
          <p:nvPr/>
        </p:nvSpPr>
        <p:spPr>
          <a:xfrm>
            <a:off x="543264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5" name="Rect 335"/>
          <p:cNvSpPr/>
          <p:nvPr/>
        </p:nvSpPr>
        <p:spPr>
          <a:xfrm>
            <a:off x="557840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6" name="Rect 336"/>
          <p:cNvSpPr/>
          <p:nvPr/>
        </p:nvSpPr>
        <p:spPr>
          <a:xfrm>
            <a:off x="572416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7" name="Rect 337"/>
          <p:cNvSpPr/>
          <p:nvPr/>
        </p:nvSpPr>
        <p:spPr>
          <a:xfrm>
            <a:off x="586992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8" name="Rect 338"/>
          <p:cNvSpPr/>
          <p:nvPr/>
        </p:nvSpPr>
        <p:spPr>
          <a:xfrm>
            <a:off x="601568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9" name="Rect 339"/>
          <p:cNvSpPr/>
          <p:nvPr/>
        </p:nvSpPr>
        <p:spPr>
          <a:xfrm>
            <a:off x="6161440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0" name="Rect 340"/>
          <p:cNvSpPr/>
          <p:nvPr/>
        </p:nvSpPr>
        <p:spPr>
          <a:xfrm>
            <a:off x="630719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1" name="Rect 341"/>
          <p:cNvSpPr/>
          <p:nvPr/>
        </p:nvSpPr>
        <p:spPr>
          <a:xfrm>
            <a:off x="645295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2" name="Rect 342"/>
          <p:cNvSpPr/>
          <p:nvPr/>
        </p:nvSpPr>
        <p:spPr>
          <a:xfrm>
            <a:off x="659871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3" name="Rect 343"/>
          <p:cNvSpPr/>
          <p:nvPr/>
        </p:nvSpPr>
        <p:spPr>
          <a:xfrm>
            <a:off x="674447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4" name="Rect 344"/>
          <p:cNvSpPr/>
          <p:nvPr/>
        </p:nvSpPr>
        <p:spPr>
          <a:xfrm>
            <a:off x="689023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5" name="Rect 345"/>
          <p:cNvSpPr/>
          <p:nvPr/>
        </p:nvSpPr>
        <p:spPr>
          <a:xfrm>
            <a:off x="7035999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6" name="Rect 346"/>
          <p:cNvSpPr/>
          <p:nvPr/>
        </p:nvSpPr>
        <p:spPr>
          <a:xfrm>
            <a:off x="7181758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7" name="Rect 347"/>
          <p:cNvSpPr/>
          <p:nvPr/>
        </p:nvSpPr>
        <p:spPr>
          <a:xfrm>
            <a:off x="7327518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8" name="Rect 348"/>
          <p:cNvSpPr/>
          <p:nvPr/>
        </p:nvSpPr>
        <p:spPr>
          <a:xfrm>
            <a:off x="7473278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49" name="Rect 349"/>
          <p:cNvSpPr/>
          <p:nvPr/>
        </p:nvSpPr>
        <p:spPr>
          <a:xfrm>
            <a:off x="7619038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0" name="Rect 350"/>
          <p:cNvSpPr/>
          <p:nvPr/>
        </p:nvSpPr>
        <p:spPr>
          <a:xfrm>
            <a:off x="7764798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1" name="Rect 351"/>
          <p:cNvSpPr/>
          <p:nvPr/>
        </p:nvSpPr>
        <p:spPr>
          <a:xfrm>
            <a:off x="7910557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2" name="Rect 352"/>
          <p:cNvSpPr/>
          <p:nvPr/>
        </p:nvSpPr>
        <p:spPr>
          <a:xfrm>
            <a:off x="8056317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3" name="Rect 353"/>
          <p:cNvSpPr/>
          <p:nvPr/>
        </p:nvSpPr>
        <p:spPr>
          <a:xfrm>
            <a:off x="8202077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4" name="Rect 354"/>
          <p:cNvSpPr/>
          <p:nvPr/>
        </p:nvSpPr>
        <p:spPr>
          <a:xfrm>
            <a:off x="8347837" y="5041833"/>
            <a:ext cx="94744" cy="17491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5" name="Rect 355"/>
          <p:cNvSpPr/>
          <p:nvPr/>
        </p:nvSpPr>
        <p:spPr>
          <a:xfrm>
            <a:off x="3674777" y="4482115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6" name="Rect 356"/>
          <p:cNvSpPr/>
          <p:nvPr/>
        </p:nvSpPr>
        <p:spPr>
          <a:xfrm>
            <a:off x="3674777" y="4627875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7" name="Rect 357"/>
          <p:cNvSpPr/>
          <p:nvPr/>
        </p:nvSpPr>
        <p:spPr>
          <a:xfrm>
            <a:off x="3674777" y="4773634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8" name="Rect 358"/>
          <p:cNvSpPr/>
          <p:nvPr/>
        </p:nvSpPr>
        <p:spPr>
          <a:xfrm>
            <a:off x="3674777" y="4919394"/>
            <a:ext cx="17491" cy="94744"/>
          </a:xfrm>
          <a:prstGeom prst="rect">
            <a:avLst/>
          </a:prstGeom>
          <a:solidFill>
            <a:srgbClr val="09295A"/>
          </a:solidFill>
          <a:ln>
            <a:noFill/>
          </a:ln>
        </p:spPr>
        <p:txBody>
          <a:bodyPr/>
          <a:lstStyle/>
          <a:p/>
        </p:txBody>
      </p:sp>
      <p:sp>
        <p:nvSpPr>
          <p:cNvPr id="359" name="Rect 359"/>
          <p:cNvSpPr/>
          <p:nvPr/>
        </p:nvSpPr>
        <p:spPr>
          <a:xfrm>
            <a:off x="3880298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0" name="Rect 360"/>
          <p:cNvSpPr/>
          <p:nvPr/>
        </p:nvSpPr>
        <p:spPr>
          <a:xfrm>
            <a:off x="4026058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1" name="Rect 361"/>
          <p:cNvSpPr/>
          <p:nvPr/>
        </p:nvSpPr>
        <p:spPr>
          <a:xfrm>
            <a:off x="4171818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2" name="Rect 362"/>
          <p:cNvSpPr/>
          <p:nvPr/>
        </p:nvSpPr>
        <p:spPr>
          <a:xfrm>
            <a:off x="4317578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3" name="Rect 363"/>
          <p:cNvSpPr/>
          <p:nvPr/>
        </p:nvSpPr>
        <p:spPr>
          <a:xfrm>
            <a:off x="4463338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4" name="Rect 364"/>
          <p:cNvSpPr/>
          <p:nvPr/>
        </p:nvSpPr>
        <p:spPr>
          <a:xfrm>
            <a:off x="3887586" y="4576859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5" name="Rect 365"/>
          <p:cNvSpPr/>
          <p:nvPr/>
        </p:nvSpPr>
        <p:spPr>
          <a:xfrm>
            <a:off x="3887586" y="4693467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6" name="Rect 366"/>
          <p:cNvSpPr/>
          <p:nvPr/>
        </p:nvSpPr>
        <p:spPr>
          <a:xfrm>
            <a:off x="3887586" y="4810074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7" name="Rect 367"/>
          <p:cNvSpPr/>
          <p:nvPr/>
        </p:nvSpPr>
        <p:spPr>
          <a:xfrm>
            <a:off x="3887586" y="4926682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8" name="Rect 368"/>
          <p:cNvSpPr/>
          <p:nvPr/>
        </p:nvSpPr>
        <p:spPr>
          <a:xfrm>
            <a:off x="7640902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69" name="Rect 369"/>
          <p:cNvSpPr/>
          <p:nvPr/>
        </p:nvSpPr>
        <p:spPr>
          <a:xfrm>
            <a:off x="7786662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0" name="Rect 370"/>
          <p:cNvSpPr/>
          <p:nvPr/>
        </p:nvSpPr>
        <p:spPr>
          <a:xfrm>
            <a:off x="7932421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1" name="Rect 371"/>
          <p:cNvSpPr/>
          <p:nvPr/>
        </p:nvSpPr>
        <p:spPr>
          <a:xfrm>
            <a:off x="8078181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2" name="Rect 372"/>
          <p:cNvSpPr/>
          <p:nvPr/>
        </p:nvSpPr>
        <p:spPr>
          <a:xfrm>
            <a:off x="8223941" y="4584147"/>
            <a:ext cx="17491" cy="357112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3" name="Rect 373"/>
          <p:cNvSpPr/>
          <p:nvPr/>
        </p:nvSpPr>
        <p:spPr>
          <a:xfrm>
            <a:off x="7648190" y="4576859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4" name="Rect 374"/>
          <p:cNvSpPr/>
          <p:nvPr/>
        </p:nvSpPr>
        <p:spPr>
          <a:xfrm>
            <a:off x="7648190" y="4693467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5" name="Rect 375"/>
          <p:cNvSpPr/>
          <p:nvPr/>
        </p:nvSpPr>
        <p:spPr>
          <a:xfrm>
            <a:off x="7648190" y="4810074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6" name="Rect 376"/>
          <p:cNvSpPr/>
          <p:nvPr/>
        </p:nvSpPr>
        <p:spPr>
          <a:xfrm>
            <a:off x="7648190" y="4926682"/>
            <a:ext cx="590327" cy="17491"/>
          </a:xfrm>
          <a:prstGeom prst="rect">
            <a:avLst/>
          </a:prstGeom>
          <a:solidFill>
            <a:srgbClr val="063A73"/>
          </a:solidFill>
          <a:ln>
            <a:noFill/>
          </a:ln>
        </p:spPr>
        <p:txBody>
          <a:bodyPr/>
          <a:lstStyle/>
          <a:p/>
        </p:txBody>
      </p:sp>
      <p:sp>
        <p:nvSpPr>
          <p:cNvPr id="377" name="Roundrect 377"/>
          <p:cNvSpPr/>
          <p:nvPr/>
        </p:nvSpPr>
        <p:spPr>
          <a:xfrm>
            <a:off x="396638" y="1537766"/>
            <a:ext cx="2681981" cy="1173367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8" name="Roundrect 378"/>
          <p:cNvSpPr/>
          <p:nvPr/>
        </p:nvSpPr>
        <p:spPr>
          <a:xfrm>
            <a:off x="3865722" y="1537766"/>
            <a:ext cx="4416523" cy="1173367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9" name="Roundrect 379"/>
          <p:cNvSpPr/>
          <p:nvPr/>
        </p:nvSpPr>
        <p:spPr>
          <a:xfrm>
            <a:off x="9120364" y="1537766"/>
            <a:ext cx="2645541" cy="1173367"/>
          </a:xfrm>
          <a:prstGeom prst="roundRect">
            <a:avLst>
              <a:gd name="adj" fmla="val 124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0" name="Roundrect 380"/>
          <p:cNvSpPr/>
          <p:nvPr/>
        </p:nvSpPr>
        <p:spPr>
          <a:xfrm>
            <a:off x="396638" y="5203626"/>
            <a:ext cx="2528933" cy="1202519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1" name="Roundrect 381"/>
          <p:cNvSpPr/>
          <p:nvPr/>
        </p:nvSpPr>
        <p:spPr>
          <a:xfrm>
            <a:off x="4747569" y="5342098"/>
            <a:ext cx="2681981" cy="1064047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2" name="Roundrect 382"/>
          <p:cNvSpPr/>
          <p:nvPr/>
        </p:nvSpPr>
        <p:spPr>
          <a:xfrm>
            <a:off x="9258836" y="5203626"/>
            <a:ext cx="2499781" cy="1195231"/>
          </a:xfrm>
          <a:prstGeom prst="roundRect">
            <a:avLst>
              <a:gd name="adj" fmla="val 122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3" name="Polygon 383"/>
          <p:cNvSpPr/>
          <p:nvPr/>
        </p:nvSpPr>
        <p:spPr>
          <a:xfrm>
            <a:off x="1701189" y="1326414"/>
            <a:ext cx="138472" cy="16762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10800" y="5635"/>
                </a:lnTo>
                <a:lnTo>
                  <a:pt x="21600" y="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1C6CB7"/>
          </a:solidFill>
          <a:ln>
            <a:noFill/>
          </a:ln>
        </p:spPr>
        <p:txBody>
          <a:bodyPr/>
          <a:lstStyle/>
          <a:p/>
        </p:txBody>
      </p:sp>
      <p:sp>
        <p:nvSpPr>
          <p:cNvPr id="384" name="Polygon 384"/>
          <p:cNvSpPr/>
          <p:nvPr/>
        </p:nvSpPr>
        <p:spPr>
          <a:xfrm>
            <a:off x="3100483" y="2018774"/>
            <a:ext cx="743375" cy="145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640"/>
                </a:moveTo>
                <a:lnTo>
                  <a:pt x="17788" y="8640"/>
                </a:lnTo>
                <a:lnTo>
                  <a:pt x="16518" y="0"/>
                </a:lnTo>
                <a:lnTo>
                  <a:pt x="21600" y="11340"/>
                </a:lnTo>
                <a:lnTo>
                  <a:pt x="16518" y="21600"/>
                </a:lnTo>
                <a:lnTo>
                  <a:pt x="17788" y="14040"/>
                </a:lnTo>
                <a:lnTo>
                  <a:pt x="0" y="14040"/>
                </a:lnTo>
                <a:close/>
              </a:path>
            </a:pathLst>
          </a:custGeom>
          <a:solidFill>
            <a:srgbClr val="29292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5" name="Polygon 385"/>
          <p:cNvSpPr/>
          <p:nvPr/>
        </p:nvSpPr>
        <p:spPr>
          <a:xfrm>
            <a:off x="8304109" y="2015130"/>
            <a:ext cx="787103" cy="14940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429"/>
                </a:moveTo>
                <a:lnTo>
                  <a:pt x="18000" y="8429"/>
                </a:lnTo>
                <a:lnTo>
                  <a:pt x="16800" y="0"/>
                </a:lnTo>
                <a:lnTo>
                  <a:pt x="21600" y="11063"/>
                </a:lnTo>
                <a:lnTo>
                  <a:pt x="16800" y="21600"/>
                </a:lnTo>
                <a:lnTo>
                  <a:pt x="18000" y="13698"/>
                </a:lnTo>
                <a:lnTo>
                  <a:pt x="0" y="13698"/>
                </a:lnTo>
                <a:close/>
              </a:path>
            </a:pathLst>
          </a:custGeom>
          <a:solidFill>
            <a:srgbClr val="292929"/>
          </a:solidFill>
          <a:ln>
            <a:noFill/>
          </a:ln>
        </p:spPr>
        <p:txBody>
          <a:bodyPr/>
          <a:lstStyle/>
          <a:p/>
        </p:txBody>
      </p:sp>
      <p:sp>
        <p:nvSpPr>
          <p:cNvPr id="386" name="TextBox 386"/>
          <p:cNvSpPr txBox="1"/>
          <p:nvPr/>
        </p:nvSpPr>
        <p:spPr>
          <a:xfrm>
            <a:off x="5141121" y="211352"/>
            <a:ext cx="1880302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经验软约束</a:t>
            </a:r>
            <a:endParaRPr lang="zh-CN" sz="2550"/>
          </a:p>
        </p:txBody>
      </p:sp>
      <p:sp>
        <p:nvSpPr>
          <p:cNvPr id="387" name="TextBox 387"/>
          <p:cNvSpPr txBox="1"/>
          <p:nvPr/>
        </p:nvSpPr>
        <p:spPr>
          <a:xfrm>
            <a:off x="4856889" y="677783"/>
            <a:ext cx="2448765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地形梯度 / 变量依赖</a:t>
            </a:r>
            <a:endParaRPr lang="zh-CN" sz="2000"/>
          </a:p>
        </p:txBody>
      </p:sp>
      <p:sp>
        <p:nvSpPr>
          <p:cNvPr id="388" name="TextBox 388"/>
          <p:cNvSpPr txBox="1"/>
          <p:nvPr/>
        </p:nvSpPr>
        <p:spPr>
          <a:xfrm>
            <a:off x="979678" y="1690814"/>
            <a:ext cx="1508614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候选细场</a:t>
            </a:r>
            <a:endParaRPr lang="zh-CN" sz="2550"/>
          </a:p>
        </p:txBody>
      </p:sp>
      <p:sp>
        <p:nvSpPr>
          <p:cNvPr id="389" name="TextBox 389"/>
          <p:cNvSpPr txBox="1"/>
          <p:nvPr/>
        </p:nvSpPr>
        <p:spPr>
          <a:xfrm>
            <a:off x="1103573" y="2179109"/>
            <a:ext cx="1268111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模型重建</a:t>
            </a:r>
            <a:endParaRPr lang="zh-CN" sz="2000"/>
          </a:p>
        </p:txBody>
      </p:sp>
      <p:sp>
        <p:nvSpPr>
          <p:cNvPr id="390" name="TextBox 390"/>
          <p:cNvSpPr txBox="1"/>
          <p:nvPr/>
        </p:nvSpPr>
        <p:spPr>
          <a:xfrm>
            <a:off x="5286881" y="1690814"/>
            <a:ext cx="1574206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显式投影</a:t>
            </a:r>
            <a:endParaRPr lang="zh-CN" sz="2550"/>
          </a:p>
        </p:txBody>
      </p:sp>
      <p:sp>
        <p:nvSpPr>
          <p:cNvPr id="391" name="TextBox 391"/>
          <p:cNvSpPr txBox="1"/>
          <p:nvPr/>
        </p:nvSpPr>
        <p:spPr>
          <a:xfrm>
            <a:off x="4222834" y="2179109"/>
            <a:ext cx="3724164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粗细聚合 / 非负条件 / 变量定义</a:t>
            </a:r>
            <a:endParaRPr lang="zh-CN" sz="2000"/>
          </a:p>
        </p:txBody>
      </p:sp>
      <p:sp>
        <p:nvSpPr>
          <p:cNvPr id="392" name="TextBox 392"/>
          <p:cNvSpPr txBox="1"/>
          <p:nvPr/>
        </p:nvSpPr>
        <p:spPr>
          <a:xfrm>
            <a:off x="9484764" y="1690814"/>
            <a:ext cx="1894878" cy="50287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受约束细场</a:t>
            </a:r>
            <a:endParaRPr lang="zh-CN" sz="2550"/>
          </a:p>
        </p:txBody>
      </p:sp>
      <p:sp>
        <p:nvSpPr>
          <p:cNvPr id="393" name="TextBox 393"/>
          <p:cNvSpPr txBox="1"/>
          <p:nvPr/>
        </p:nvSpPr>
        <p:spPr>
          <a:xfrm>
            <a:off x="9820011" y="2179109"/>
            <a:ext cx="1275399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逐类残差</a:t>
            </a:r>
            <a:endParaRPr lang="zh-CN" sz="2000"/>
          </a:p>
        </p:txBody>
      </p:sp>
      <p:sp>
        <p:nvSpPr>
          <p:cNvPr id="394" name="TextBox 394"/>
          <p:cNvSpPr txBox="1"/>
          <p:nvPr/>
        </p:nvSpPr>
        <p:spPr>
          <a:xfrm>
            <a:off x="5097393" y="3126548"/>
            <a:ext cx="1996910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聚合一致性检查</a:t>
            </a:r>
            <a:endParaRPr lang="zh-CN" sz="2000"/>
          </a:p>
        </p:txBody>
      </p:sp>
      <p:sp>
        <p:nvSpPr>
          <p:cNvPr id="395" name="TextBox 395"/>
          <p:cNvSpPr txBox="1"/>
          <p:nvPr/>
        </p:nvSpPr>
        <p:spPr>
          <a:xfrm>
            <a:off x="5090105" y="3869923"/>
            <a:ext cx="2011486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非负量条件检查</a:t>
            </a:r>
            <a:endParaRPr lang="zh-CN" sz="2000"/>
          </a:p>
        </p:txBody>
      </p:sp>
      <p:sp>
        <p:nvSpPr>
          <p:cNvPr id="396" name="TextBox 396"/>
          <p:cNvSpPr txBox="1"/>
          <p:nvPr/>
        </p:nvSpPr>
        <p:spPr>
          <a:xfrm>
            <a:off x="4893329" y="4576859"/>
            <a:ext cx="2412325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变量定义一致性检查</a:t>
            </a:r>
            <a:endParaRPr lang="zh-CN" sz="2000"/>
          </a:p>
        </p:txBody>
      </p:sp>
      <p:sp>
        <p:nvSpPr>
          <p:cNvPr id="397" name="TextBox 397"/>
          <p:cNvSpPr txBox="1"/>
          <p:nvPr/>
        </p:nvSpPr>
        <p:spPr>
          <a:xfrm>
            <a:off x="797478" y="5356674"/>
            <a:ext cx="1749118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数学一致性</a:t>
            </a:r>
            <a:endParaRPr lang="zh-CN" sz="2550"/>
          </a:p>
        </p:txBody>
      </p:sp>
      <p:sp>
        <p:nvSpPr>
          <p:cNvPr id="398" name="TextBox 398"/>
          <p:cNvSpPr txBox="1"/>
          <p:nvPr/>
        </p:nvSpPr>
        <p:spPr>
          <a:xfrm>
            <a:off x="1016118" y="5837681"/>
            <a:ext cx="1304550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数值残差</a:t>
            </a:r>
            <a:endParaRPr lang="zh-CN" sz="2000"/>
          </a:p>
        </p:txBody>
      </p:sp>
      <p:sp>
        <p:nvSpPr>
          <p:cNvPr id="399" name="TextBox 399"/>
          <p:cNvSpPr txBox="1"/>
          <p:nvPr/>
        </p:nvSpPr>
        <p:spPr>
          <a:xfrm>
            <a:off x="5403488" y="5458706"/>
            <a:ext cx="1377430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约束范围</a:t>
            </a:r>
            <a:endParaRPr lang="zh-CN" sz="2350"/>
          </a:p>
        </p:txBody>
      </p:sp>
      <p:sp>
        <p:nvSpPr>
          <p:cNvPr id="400" name="TextBox 400"/>
          <p:cNvSpPr txBox="1"/>
          <p:nvPr/>
        </p:nvSpPr>
        <p:spPr>
          <a:xfrm>
            <a:off x="5177561" y="5895985"/>
            <a:ext cx="1814710" cy="3789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不等于完整守恒</a:t>
            </a:r>
            <a:endParaRPr lang="zh-CN" sz="2000"/>
          </a:p>
        </p:txBody>
      </p:sp>
      <p:sp>
        <p:nvSpPr>
          <p:cNvPr id="401" name="TextBox 401"/>
          <p:cNvSpPr txBox="1"/>
          <p:nvPr/>
        </p:nvSpPr>
        <p:spPr>
          <a:xfrm>
            <a:off x="9747131" y="5356674"/>
            <a:ext cx="1523190" cy="49558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550" b="1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泛化收益</a:t>
            </a:r>
            <a:endParaRPr lang="zh-CN" sz="2550"/>
          </a:p>
        </p:txBody>
      </p:sp>
      <p:sp>
        <p:nvSpPr>
          <p:cNvPr id="402" name="TextBox 402"/>
          <p:cNvSpPr txBox="1"/>
          <p:nvPr/>
        </p:nvSpPr>
        <p:spPr>
          <a:xfrm>
            <a:off x="9579508" y="5837681"/>
            <a:ext cx="1858438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00">
                <a:solidFill>
                  <a:srgbClr val="111111"/>
                </a:solidFill>
                <a:latin typeface="Noto Sans CJK SC"/>
                <a:ea typeface="Noto Sans CJK SC"/>
                <a:cs typeface="Noto Sans CJK SC"/>
              </a:rPr>
              <a:t>独立样本效果</a:t>
            </a:r>
            <a:endParaRPr lang="zh-CN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309182" y="240504"/>
            <a:ext cx="2827741" cy="1333702"/>
          </a:xfrm>
          <a:prstGeom prst="roundRect">
            <a:avLst>
              <a:gd name="adj" fmla="val 1639"/>
            </a:avLst>
          </a:prstGeom>
          <a:solidFill>
            <a:srgbClr val="0B2F58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3625218" y="225928"/>
            <a:ext cx="2594525" cy="1348278"/>
          </a:xfrm>
          <a:prstGeom prst="roundRect">
            <a:avLst>
              <a:gd name="adj" fmla="val 1622"/>
            </a:avLst>
          </a:prstGeom>
          <a:solidFill>
            <a:srgbClr val="0B2F58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6671599" y="225928"/>
            <a:ext cx="2434189" cy="1348278"/>
          </a:xfrm>
          <a:prstGeom prst="roundRect">
            <a:avLst>
              <a:gd name="adj" fmla="val 1622"/>
            </a:avLst>
          </a:prstGeom>
          <a:solidFill>
            <a:srgbClr val="0B2F58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9557644" y="225928"/>
            <a:ext cx="2412325" cy="1348278"/>
          </a:xfrm>
          <a:prstGeom prst="roundRect">
            <a:avLst>
              <a:gd name="adj" fmla="val 1622"/>
            </a:avLst>
          </a:prstGeom>
          <a:solidFill>
            <a:srgbClr val="0B2F58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316470" y="2492493"/>
            <a:ext cx="3294172" cy="2390461"/>
          </a:xfrm>
          <a:prstGeom prst="roundRect">
            <a:avLst>
              <a:gd name="adj" fmla="val 915"/>
            </a:avLst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4565369" y="2492493"/>
            <a:ext cx="3133836" cy="2390461"/>
          </a:xfrm>
          <a:prstGeom prst="roundRect">
            <a:avLst>
              <a:gd name="adj" fmla="val 915"/>
            </a:avLst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8697661" y="2492493"/>
            <a:ext cx="3272308" cy="2390461"/>
          </a:xfrm>
          <a:prstGeom prst="roundRect">
            <a:avLst>
              <a:gd name="adj" fmla="val 915"/>
            </a:avLst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316470" y="5181762"/>
            <a:ext cx="11653498" cy="1392006"/>
          </a:xfrm>
          <a:prstGeom prst="roundRect">
            <a:avLst>
              <a:gd name="adj" fmla="val 1571"/>
            </a:avLst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ect 11"/>
          <p:cNvSpPr/>
          <p:nvPr/>
        </p:nvSpPr>
        <p:spPr>
          <a:xfrm>
            <a:off x="349266" y="280588"/>
            <a:ext cx="2747573" cy="1253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ect 12"/>
          <p:cNvSpPr/>
          <p:nvPr/>
        </p:nvSpPr>
        <p:spPr>
          <a:xfrm>
            <a:off x="3665302" y="266012"/>
            <a:ext cx="2514357" cy="1268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6711683" y="266012"/>
            <a:ext cx="2354021" cy="1268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9597728" y="266012"/>
            <a:ext cx="2332157" cy="1268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56554" y="2532577"/>
            <a:ext cx="3214004" cy="2310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4605453" y="2532577"/>
            <a:ext cx="3053668" cy="2310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8737745" y="2532577"/>
            <a:ext cx="3192140" cy="231029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356554" y="5221846"/>
            <a:ext cx="11573330" cy="13118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56554" y="3421712"/>
            <a:ext cx="3214004" cy="29152"/>
          </a:xfrm>
          <a:prstGeom prst="rect">
            <a:avLst/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4605453" y="3421712"/>
            <a:ext cx="3053668" cy="29152"/>
          </a:xfrm>
          <a:prstGeom prst="rect">
            <a:avLst/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8737745" y="3421712"/>
            <a:ext cx="3192140" cy="29152"/>
          </a:xfrm>
          <a:prstGeom prst="rect">
            <a:avLst/>
          </a:prstGeom>
          <a:solidFill>
            <a:srgbClr val="1C609D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Polygon 22"/>
          <p:cNvSpPr/>
          <p:nvPr/>
        </p:nvSpPr>
        <p:spPr>
          <a:xfrm>
            <a:off x="3136923" y="794391"/>
            <a:ext cx="481007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71"/>
                </a:moveTo>
                <a:lnTo>
                  <a:pt x="15055" y="8871"/>
                </a:lnTo>
                <a:lnTo>
                  <a:pt x="13745" y="0"/>
                </a:lnTo>
                <a:lnTo>
                  <a:pt x="21600" y="10800"/>
                </a:lnTo>
                <a:lnTo>
                  <a:pt x="13745" y="21600"/>
                </a:lnTo>
                <a:lnTo>
                  <a:pt x="15055" y="12729"/>
                </a:lnTo>
                <a:lnTo>
                  <a:pt x="0" y="12729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Polygon 23"/>
          <p:cNvSpPr/>
          <p:nvPr/>
        </p:nvSpPr>
        <p:spPr>
          <a:xfrm>
            <a:off x="6219743" y="794391"/>
            <a:ext cx="444567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71"/>
                </a:moveTo>
                <a:lnTo>
                  <a:pt x="14518" y="8871"/>
                </a:lnTo>
                <a:lnTo>
                  <a:pt x="13102" y="0"/>
                </a:lnTo>
                <a:lnTo>
                  <a:pt x="21600" y="10800"/>
                </a:lnTo>
                <a:lnTo>
                  <a:pt x="13102" y="21600"/>
                </a:lnTo>
                <a:lnTo>
                  <a:pt x="14518" y="12729"/>
                </a:lnTo>
                <a:lnTo>
                  <a:pt x="0" y="12729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Polygon 24"/>
          <p:cNvSpPr/>
          <p:nvPr/>
        </p:nvSpPr>
        <p:spPr>
          <a:xfrm>
            <a:off x="9105788" y="787103"/>
            <a:ext cx="444567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71"/>
                </a:moveTo>
                <a:lnTo>
                  <a:pt x="14518" y="8871"/>
                </a:lnTo>
                <a:lnTo>
                  <a:pt x="13102" y="0"/>
                </a:lnTo>
                <a:lnTo>
                  <a:pt x="21600" y="10800"/>
                </a:lnTo>
                <a:lnTo>
                  <a:pt x="13102" y="21600"/>
                </a:lnTo>
                <a:lnTo>
                  <a:pt x="14518" y="12729"/>
                </a:lnTo>
                <a:lnTo>
                  <a:pt x="0" y="12729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Rect 25"/>
          <p:cNvSpPr/>
          <p:nvPr/>
        </p:nvSpPr>
        <p:spPr>
          <a:xfrm>
            <a:off x="10741942" y="1566918"/>
            <a:ext cx="36440" cy="102032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Rect 26"/>
          <p:cNvSpPr/>
          <p:nvPr/>
        </p:nvSpPr>
        <p:spPr>
          <a:xfrm>
            <a:off x="10741942" y="1756406"/>
            <a:ext cx="36440" cy="102032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7" name="Rect 27"/>
          <p:cNvSpPr/>
          <p:nvPr/>
        </p:nvSpPr>
        <p:spPr>
          <a:xfrm>
            <a:off x="10741942" y="1953182"/>
            <a:ext cx="36440" cy="102032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Rect 28"/>
          <p:cNvSpPr/>
          <p:nvPr/>
        </p:nvSpPr>
        <p:spPr>
          <a:xfrm>
            <a:off x="170847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29" name="Rect 29"/>
          <p:cNvSpPr/>
          <p:nvPr/>
        </p:nvSpPr>
        <p:spPr>
          <a:xfrm>
            <a:off x="1912540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Rect 30"/>
          <p:cNvSpPr/>
          <p:nvPr/>
        </p:nvSpPr>
        <p:spPr>
          <a:xfrm>
            <a:off x="2116604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ect 31"/>
          <p:cNvSpPr/>
          <p:nvPr/>
        </p:nvSpPr>
        <p:spPr>
          <a:xfrm>
            <a:off x="232066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ect 32"/>
          <p:cNvSpPr/>
          <p:nvPr/>
        </p:nvSpPr>
        <p:spPr>
          <a:xfrm>
            <a:off x="252473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ect 33"/>
          <p:cNvSpPr/>
          <p:nvPr/>
        </p:nvSpPr>
        <p:spPr>
          <a:xfrm>
            <a:off x="2728796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ect 34"/>
          <p:cNvSpPr/>
          <p:nvPr/>
        </p:nvSpPr>
        <p:spPr>
          <a:xfrm>
            <a:off x="2932859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5" name="Rect 35"/>
          <p:cNvSpPr/>
          <p:nvPr/>
        </p:nvSpPr>
        <p:spPr>
          <a:xfrm>
            <a:off x="3136923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Rect 36"/>
          <p:cNvSpPr/>
          <p:nvPr/>
        </p:nvSpPr>
        <p:spPr>
          <a:xfrm>
            <a:off x="334098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7" name="Rect 37"/>
          <p:cNvSpPr/>
          <p:nvPr/>
        </p:nvSpPr>
        <p:spPr>
          <a:xfrm>
            <a:off x="3545051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Rect 38"/>
          <p:cNvSpPr/>
          <p:nvPr/>
        </p:nvSpPr>
        <p:spPr>
          <a:xfrm>
            <a:off x="3749114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39" name="Rect 39"/>
          <p:cNvSpPr/>
          <p:nvPr/>
        </p:nvSpPr>
        <p:spPr>
          <a:xfrm>
            <a:off x="395317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Rect 40"/>
          <p:cNvSpPr/>
          <p:nvPr/>
        </p:nvSpPr>
        <p:spPr>
          <a:xfrm>
            <a:off x="415724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" name="Rect 41"/>
          <p:cNvSpPr/>
          <p:nvPr/>
        </p:nvSpPr>
        <p:spPr>
          <a:xfrm>
            <a:off x="4361306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Rect 42"/>
          <p:cNvSpPr/>
          <p:nvPr/>
        </p:nvSpPr>
        <p:spPr>
          <a:xfrm>
            <a:off x="4565369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3" name="Rect 43"/>
          <p:cNvSpPr/>
          <p:nvPr/>
        </p:nvSpPr>
        <p:spPr>
          <a:xfrm>
            <a:off x="4769433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" name="Rect 44"/>
          <p:cNvSpPr/>
          <p:nvPr/>
        </p:nvSpPr>
        <p:spPr>
          <a:xfrm>
            <a:off x="497349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5" name="Rect 45"/>
          <p:cNvSpPr/>
          <p:nvPr/>
        </p:nvSpPr>
        <p:spPr>
          <a:xfrm>
            <a:off x="5177561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6" name="Rect 46"/>
          <p:cNvSpPr/>
          <p:nvPr/>
        </p:nvSpPr>
        <p:spPr>
          <a:xfrm>
            <a:off x="5381624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7" name="Rect 47"/>
          <p:cNvSpPr/>
          <p:nvPr/>
        </p:nvSpPr>
        <p:spPr>
          <a:xfrm>
            <a:off x="558568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8" name="Rect 48"/>
          <p:cNvSpPr/>
          <p:nvPr/>
        </p:nvSpPr>
        <p:spPr>
          <a:xfrm>
            <a:off x="578975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49" name="Rect 49"/>
          <p:cNvSpPr/>
          <p:nvPr/>
        </p:nvSpPr>
        <p:spPr>
          <a:xfrm>
            <a:off x="5993816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0" name="Rect 50"/>
          <p:cNvSpPr/>
          <p:nvPr/>
        </p:nvSpPr>
        <p:spPr>
          <a:xfrm>
            <a:off x="6197879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1" name="Rect 51"/>
          <p:cNvSpPr/>
          <p:nvPr/>
        </p:nvSpPr>
        <p:spPr>
          <a:xfrm>
            <a:off x="6401943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2" name="Rect 52"/>
          <p:cNvSpPr/>
          <p:nvPr/>
        </p:nvSpPr>
        <p:spPr>
          <a:xfrm>
            <a:off x="660600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3" name="Rect 53"/>
          <p:cNvSpPr/>
          <p:nvPr/>
        </p:nvSpPr>
        <p:spPr>
          <a:xfrm>
            <a:off x="6810071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4" name="Rect 54"/>
          <p:cNvSpPr/>
          <p:nvPr/>
        </p:nvSpPr>
        <p:spPr>
          <a:xfrm>
            <a:off x="7014135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5" name="Rect 55"/>
          <p:cNvSpPr/>
          <p:nvPr/>
        </p:nvSpPr>
        <p:spPr>
          <a:xfrm>
            <a:off x="721819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6" name="Rect 56"/>
          <p:cNvSpPr/>
          <p:nvPr/>
        </p:nvSpPr>
        <p:spPr>
          <a:xfrm>
            <a:off x="742226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7" name="Rect 57"/>
          <p:cNvSpPr/>
          <p:nvPr/>
        </p:nvSpPr>
        <p:spPr>
          <a:xfrm>
            <a:off x="7626326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8" name="Rect 58"/>
          <p:cNvSpPr/>
          <p:nvPr/>
        </p:nvSpPr>
        <p:spPr>
          <a:xfrm>
            <a:off x="7830390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Rect 59"/>
          <p:cNvSpPr/>
          <p:nvPr/>
        </p:nvSpPr>
        <p:spPr>
          <a:xfrm>
            <a:off x="8034453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Rect 60"/>
          <p:cNvSpPr/>
          <p:nvPr/>
        </p:nvSpPr>
        <p:spPr>
          <a:xfrm>
            <a:off x="823851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Rect 61"/>
          <p:cNvSpPr/>
          <p:nvPr/>
        </p:nvSpPr>
        <p:spPr>
          <a:xfrm>
            <a:off x="8442581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Rect 62"/>
          <p:cNvSpPr/>
          <p:nvPr/>
        </p:nvSpPr>
        <p:spPr>
          <a:xfrm>
            <a:off x="8646645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3" name="Rect 63"/>
          <p:cNvSpPr/>
          <p:nvPr/>
        </p:nvSpPr>
        <p:spPr>
          <a:xfrm>
            <a:off x="885070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4" name="Rect 64"/>
          <p:cNvSpPr/>
          <p:nvPr/>
        </p:nvSpPr>
        <p:spPr>
          <a:xfrm>
            <a:off x="905477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5" name="Rect 65"/>
          <p:cNvSpPr/>
          <p:nvPr/>
        </p:nvSpPr>
        <p:spPr>
          <a:xfrm>
            <a:off x="9258836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6" name="Rect 66"/>
          <p:cNvSpPr/>
          <p:nvPr/>
        </p:nvSpPr>
        <p:spPr>
          <a:xfrm>
            <a:off x="9462900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7" name="Rect 67"/>
          <p:cNvSpPr/>
          <p:nvPr/>
        </p:nvSpPr>
        <p:spPr>
          <a:xfrm>
            <a:off x="9666963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8" name="Rect 68"/>
          <p:cNvSpPr/>
          <p:nvPr/>
        </p:nvSpPr>
        <p:spPr>
          <a:xfrm>
            <a:off x="9871027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69" name="Rect 69"/>
          <p:cNvSpPr/>
          <p:nvPr/>
        </p:nvSpPr>
        <p:spPr>
          <a:xfrm>
            <a:off x="10075091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0" name="Rect 70"/>
          <p:cNvSpPr/>
          <p:nvPr/>
        </p:nvSpPr>
        <p:spPr>
          <a:xfrm>
            <a:off x="10279155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1" name="Rect 71"/>
          <p:cNvSpPr/>
          <p:nvPr/>
        </p:nvSpPr>
        <p:spPr>
          <a:xfrm>
            <a:off x="10483218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" name="Rect 72"/>
          <p:cNvSpPr/>
          <p:nvPr/>
        </p:nvSpPr>
        <p:spPr>
          <a:xfrm>
            <a:off x="10687282" y="2047926"/>
            <a:ext cx="109320" cy="36440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3" name="Rect 73"/>
          <p:cNvSpPr/>
          <p:nvPr/>
        </p:nvSpPr>
        <p:spPr>
          <a:xfrm>
            <a:off x="1690257" y="1880302"/>
            <a:ext cx="36440" cy="102032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4" name="Rect 74"/>
          <p:cNvSpPr/>
          <p:nvPr/>
        </p:nvSpPr>
        <p:spPr>
          <a:xfrm>
            <a:off x="1690257" y="2047926"/>
            <a:ext cx="36440" cy="29152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5" name="Rect 75"/>
          <p:cNvSpPr/>
          <p:nvPr/>
        </p:nvSpPr>
        <p:spPr>
          <a:xfrm>
            <a:off x="1690257" y="1749118"/>
            <a:ext cx="36440" cy="80168"/>
          </a:xfrm>
          <a:prstGeom prst="rect">
            <a:avLst/>
          </a:pr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6" name="Polygon 76"/>
          <p:cNvSpPr/>
          <p:nvPr/>
        </p:nvSpPr>
        <p:spPr>
          <a:xfrm>
            <a:off x="1613733" y="1617934"/>
            <a:ext cx="189488" cy="174912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0"/>
                </a:moveTo>
                <a:lnTo>
                  <a:pt x="0" y="21600"/>
                </a:lnTo>
                <a:lnTo>
                  <a:pt x="10800" y="171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7" name="Polygon 77"/>
          <p:cNvSpPr/>
          <p:nvPr/>
        </p:nvSpPr>
        <p:spPr>
          <a:xfrm>
            <a:off x="3705386" y="3374340"/>
            <a:ext cx="736087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71"/>
                </a:moveTo>
                <a:lnTo>
                  <a:pt x="17323" y="8871"/>
                </a:lnTo>
                <a:lnTo>
                  <a:pt x="16467" y="0"/>
                </a:lnTo>
                <a:lnTo>
                  <a:pt x="21600" y="10800"/>
                </a:lnTo>
                <a:lnTo>
                  <a:pt x="16467" y="21600"/>
                </a:lnTo>
                <a:lnTo>
                  <a:pt x="17323" y="12729"/>
                </a:lnTo>
                <a:lnTo>
                  <a:pt x="0" y="12729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8" name="Polygon 78"/>
          <p:cNvSpPr/>
          <p:nvPr/>
        </p:nvSpPr>
        <p:spPr>
          <a:xfrm>
            <a:off x="7815814" y="3374340"/>
            <a:ext cx="765239" cy="204064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8871"/>
                </a:moveTo>
                <a:lnTo>
                  <a:pt x="17486" y="8871"/>
                </a:lnTo>
                <a:lnTo>
                  <a:pt x="16663" y="0"/>
                </a:lnTo>
                <a:lnTo>
                  <a:pt x="21600" y="10800"/>
                </a:lnTo>
                <a:lnTo>
                  <a:pt x="16663" y="21600"/>
                </a:lnTo>
                <a:lnTo>
                  <a:pt x="17486" y="12729"/>
                </a:lnTo>
                <a:lnTo>
                  <a:pt x="0" y="12729"/>
                </a:lnTo>
                <a:close/>
              </a:path>
            </a:pathLst>
          </a:custGeom>
          <a:solidFill>
            <a:srgbClr val="50504F"/>
          </a:solidFill>
          <a:ln>
            <a:noFill/>
          </a:ln>
        </p:spPr>
        <p:txBody>
          <a:bodyPr/>
          <a:lstStyle/>
          <a:p/>
        </p:txBody>
      </p:sp>
      <p:sp>
        <p:nvSpPr>
          <p:cNvPr id="79" name="TextBox 79"/>
          <p:cNvSpPr txBox="1"/>
          <p:nvPr/>
        </p:nvSpPr>
        <p:spPr>
          <a:xfrm>
            <a:off x="622566" y="422704"/>
            <a:ext cx="2200973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CIESM 文件</a:t>
            </a:r>
            <a:endParaRPr lang="zh-CN" sz="2850"/>
          </a:p>
        </p:txBody>
      </p:sp>
      <p:sp>
        <p:nvSpPr>
          <p:cNvPr id="80" name="TextBox 80"/>
          <p:cNvSpPr txBox="1"/>
          <p:nvPr/>
        </p:nvSpPr>
        <p:spPr>
          <a:xfrm>
            <a:off x="979678" y="991167"/>
            <a:ext cx="148675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定义核验</a:t>
            </a:r>
            <a:endParaRPr lang="zh-CN" sz="2050"/>
          </a:p>
        </p:txBody>
      </p:sp>
      <p:sp>
        <p:nvSpPr>
          <p:cNvPr id="81" name="TextBox 81"/>
          <p:cNvSpPr txBox="1"/>
          <p:nvPr/>
        </p:nvSpPr>
        <p:spPr>
          <a:xfrm>
            <a:off x="3975042" y="422704"/>
            <a:ext cx="1894878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分块推断</a:t>
            </a:r>
            <a:endParaRPr lang="zh-CN" sz="2850"/>
          </a:p>
        </p:txBody>
      </p:sp>
      <p:sp>
        <p:nvSpPr>
          <p:cNvPr id="82" name="TextBox 82"/>
          <p:cNvSpPr txBox="1"/>
          <p:nvPr/>
        </p:nvSpPr>
        <p:spPr>
          <a:xfrm>
            <a:off x="4179106" y="991167"/>
            <a:ext cx="148675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固定模型</a:t>
            </a:r>
            <a:endParaRPr lang="zh-CN" sz="2050"/>
          </a:p>
        </p:txBody>
      </p:sp>
      <p:sp>
        <p:nvSpPr>
          <p:cNvPr id="83" name="TextBox 83"/>
          <p:cNvSpPr txBox="1"/>
          <p:nvPr/>
        </p:nvSpPr>
        <p:spPr>
          <a:xfrm>
            <a:off x="6817359" y="422704"/>
            <a:ext cx="2142670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细网格输出</a:t>
            </a:r>
            <a:endParaRPr lang="zh-CN" sz="2850"/>
          </a:p>
        </p:txBody>
      </p:sp>
      <p:sp>
        <p:nvSpPr>
          <p:cNvPr id="84" name="TextBox 84"/>
          <p:cNvSpPr txBox="1"/>
          <p:nvPr/>
        </p:nvSpPr>
        <p:spPr>
          <a:xfrm>
            <a:off x="7145318" y="991167"/>
            <a:ext cx="148675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变量语义</a:t>
            </a:r>
            <a:endParaRPr lang="zh-CN" sz="2050"/>
          </a:p>
        </p:txBody>
      </p:sp>
      <p:sp>
        <p:nvSpPr>
          <p:cNvPr id="85" name="TextBox 85"/>
          <p:cNvSpPr txBox="1"/>
          <p:nvPr/>
        </p:nvSpPr>
        <p:spPr>
          <a:xfrm>
            <a:off x="9812723" y="422704"/>
            <a:ext cx="1909454" cy="53931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粗化复核</a:t>
            </a:r>
            <a:endParaRPr lang="zh-CN" sz="2850"/>
          </a:p>
        </p:txBody>
      </p:sp>
      <p:sp>
        <p:nvSpPr>
          <p:cNvPr id="86" name="TextBox 86"/>
          <p:cNvSpPr txBox="1"/>
          <p:nvPr/>
        </p:nvSpPr>
        <p:spPr>
          <a:xfrm>
            <a:off x="10024075" y="991167"/>
            <a:ext cx="1486750" cy="4081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聚合残差</a:t>
            </a:r>
            <a:endParaRPr lang="zh-CN" sz="2050"/>
          </a:p>
        </p:txBody>
      </p:sp>
      <p:sp>
        <p:nvSpPr>
          <p:cNvPr id="87" name="TextBox 87"/>
          <p:cNvSpPr txBox="1"/>
          <p:nvPr/>
        </p:nvSpPr>
        <p:spPr>
          <a:xfrm>
            <a:off x="761038" y="2718421"/>
            <a:ext cx="2405037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公开格式兼容</a:t>
            </a:r>
            <a:endParaRPr lang="zh-CN" sz="2850"/>
          </a:p>
        </p:txBody>
      </p:sp>
      <p:sp>
        <p:nvSpPr>
          <p:cNvPr id="88" name="TextBox 88"/>
          <p:cNvSpPr txBox="1"/>
          <p:nvPr/>
        </p:nvSpPr>
        <p:spPr>
          <a:xfrm>
            <a:off x="651718" y="3906363"/>
            <a:ext cx="2623677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可复现运行记录</a:t>
            </a:r>
            <a:endParaRPr lang="zh-CN" sz="2050"/>
          </a:p>
        </p:txBody>
      </p:sp>
      <p:sp>
        <p:nvSpPr>
          <p:cNvPr id="89" name="TextBox 89"/>
          <p:cNvSpPr txBox="1"/>
          <p:nvPr/>
        </p:nvSpPr>
        <p:spPr>
          <a:xfrm>
            <a:off x="4984429" y="2718421"/>
            <a:ext cx="2295717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实验室联调</a:t>
            </a:r>
            <a:endParaRPr lang="zh-CN" sz="2850"/>
          </a:p>
        </p:txBody>
      </p:sp>
      <p:sp>
        <p:nvSpPr>
          <p:cNvPr id="90" name="TextBox 90"/>
          <p:cNvSpPr txBox="1"/>
          <p:nvPr/>
        </p:nvSpPr>
        <p:spPr>
          <a:xfrm>
            <a:off x="4820449" y="3906363"/>
            <a:ext cx="2623677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接口与数据落实后</a:t>
            </a:r>
            <a:endParaRPr lang="zh-CN" sz="2050"/>
          </a:p>
        </p:txBody>
      </p:sp>
      <p:sp>
        <p:nvSpPr>
          <p:cNvPr id="91" name="TextBox 91"/>
          <p:cNvSpPr txBox="1"/>
          <p:nvPr/>
        </p:nvSpPr>
        <p:spPr>
          <a:xfrm>
            <a:off x="8909012" y="2718421"/>
            <a:ext cx="2842317" cy="56846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实际应用与接收</a:t>
            </a:r>
            <a:endParaRPr lang="zh-CN" sz="2850"/>
          </a:p>
        </p:txBody>
      </p:sp>
      <p:sp>
        <p:nvSpPr>
          <p:cNvPr id="92" name="TextBox 92"/>
          <p:cNvSpPr txBox="1"/>
          <p:nvPr/>
        </p:nvSpPr>
        <p:spPr>
          <a:xfrm>
            <a:off x="9018332" y="3906363"/>
            <a:ext cx="2623677" cy="43727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应用记录与证明</a:t>
            </a:r>
            <a:endParaRPr lang="zh-CN" sz="2050"/>
          </a:p>
        </p:txBody>
      </p:sp>
      <p:sp>
        <p:nvSpPr>
          <p:cNvPr id="93" name="TextBox 93"/>
          <p:cNvSpPr txBox="1"/>
          <p:nvPr/>
        </p:nvSpPr>
        <p:spPr>
          <a:xfrm>
            <a:off x="3617930" y="3680436"/>
            <a:ext cx="88913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条件落</a:t>
            </a:r>
            <a:endParaRPr lang="zh-CN" sz="2050"/>
          </a:p>
        </p:txBody>
      </p:sp>
      <p:sp>
        <p:nvSpPr>
          <p:cNvPr id="94" name="TextBox 94"/>
          <p:cNvSpPr txBox="1"/>
          <p:nvPr/>
        </p:nvSpPr>
        <p:spPr>
          <a:xfrm>
            <a:off x="3617930" y="4044835"/>
            <a:ext cx="88913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实后</a:t>
            </a:r>
            <a:endParaRPr lang="zh-CN" sz="2050"/>
          </a:p>
        </p:txBody>
      </p:sp>
      <p:sp>
        <p:nvSpPr>
          <p:cNvPr id="95" name="TextBox 95"/>
          <p:cNvSpPr txBox="1"/>
          <p:nvPr/>
        </p:nvSpPr>
        <p:spPr>
          <a:xfrm>
            <a:off x="7742934" y="3680436"/>
            <a:ext cx="88913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条件落</a:t>
            </a:r>
            <a:endParaRPr lang="zh-CN" sz="2050"/>
          </a:p>
        </p:txBody>
      </p:sp>
      <p:sp>
        <p:nvSpPr>
          <p:cNvPr id="96" name="TextBox 96"/>
          <p:cNvSpPr txBox="1"/>
          <p:nvPr/>
        </p:nvSpPr>
        <p:spPr>
          <a:xfrm>
            <a:off x="7742934" y="4044835"/>
            <a:ext cx="88913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0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实后</a:t>
            </a:r>
            <a:endParaRPr lang="zh-CN" sz="2050"/>
          </a:p>
        </p:txBody>
      </p:sp>
      <p:sp>
        <p:nvSpPr>
          <p:cNvPr id="97" name="TextBox 97"/>
          <p:cNvSpPr txBox="1"/>
          <p:nvPr/>
        </p:nvSpPr>
        <p:spPr>
          <a:xfrm>
            <a:off x="5199425" y="5356674"/>
            <a:ext cx="1938606" cy="546599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50" b="1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状态说明</a:t>
            </a:r>
            <a:endParaRPr lang="zh-CN" sz="2850"/>
          </a:p>
        </p:txBody>
      </p:sp>
      <p:sp>
        <p:nvSpPr>
          <p:cNvPr id="98" name="TextBox 98"/>
          <p:cNvSpPr txBox="1"/>
          <p:nvPr/>
        </p:nvSpPr>
        <p:spPr>
          <a:xfrm>
            <a:off x="3902162" y="5939713"/>
            <a:ext cx="455499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50">
                <a:solidFill>
                  <a:srgbClr val="242424"/>
                </a:solidFill>
                <a:latin typeface="Noto Sans CJK SC"/>
                <a:ea typeface="Noto Sans CJK SC"/>
                <a:cs typeface="Noto Sans CJK SC"/>
              </a:rPr>
              <a:t>拟开展流程 / 完成以实际证据为准</a:t>
            </a:r>
            <a:endParaRPr lang="zh-CN" sz="2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258166" y="182200"/>
            <a:ext cx="5334810" cy="3184852"/>
          </a:xfrm>
          <a:prstGeom prst="roundRect">
            <a:avLst>
              <a:gd name="adj" fmla="val 1831"/>
            </a:avLst>
          </a:prstGeom>
          <a:solidFill>
            <a:srgbClr val="092660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258166" y="3563828"/>
            <a:ext cx="5334810" cy="1034895"/>
          </a:xfrm>
          <a:prstGeom prst="roundRect">
            <a:avLst>
              <a:gd name="adj" fmla="val 5634"/>
            </a:avLst>
          </a:prstGeom>
          <a:solidFill>
            <a:srgbClr val="09266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7786662" y="174912"/>
            <a:ext cx="4132291" cy="1975046"/>
          </a:xfrm>
          <a:prstGeom prst="roundRect">
            <a:avLst>
              <a:gd name="adj" fmla="val 2952"/>
            </a:avLst>
          </a:prstGeom>
          <a:solidFill>
            <a:srgbClr val="206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7786662" y="2441477"/>
            <a:ext cx="4132291" cy="1982334"/>
          </a:xfrm>
          <a:prstGeom prst="roundRect">
            <a:avLst>
              <a:gd name="adj" fmla="val 2941"/>
            </a:avLst>
          </a:prstGeom>
          <a:solidFill>
            <a:srgbClr val="206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272742" y="5276506"/>
            <a:ext cx="11558755" cy="1311838"/>
          </a:xfrm>
          <a:prstGeom prst="roundRect">
            <a:avLst>
              <a:gd name="adj" fmla="val 4444"/>
            </a:avLst>
          </a:prstGeom>
          <a:solidFill>
            <a:srgbClr val="092660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294606" y="218640"/>
            <a:ext cx="5261930" cy="3111972"/>
          </a:xfrm>
          <a:prstGeom prst="roundRect">
            <a:avLst>
              <a:gd name="adj" fmla="val 70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294606" y="3600268"/>
            <a:ext cx="5261930" cy="962015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7823102" y="211352"/>
            <a:ext cx="4059411" cy="1902166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Roundrect 11"/>
          <p:cNvSpPr/>
          <p:nvPr/>
        </p:nvSpPr>
        <p:spPr>
          <a:xfrm>
            <a:off x="7823102" y="2477917"/>
            <a:ext cx="4059411" cy="1909454"/>
          </a:xfrm>
          <a:prstGeom prst="roundRect">
            <a:avLst>
              <a:gd name="adj" fmla="val 114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309182" y="5312946"/>
            <a:ext cx="11485875" cy="1238959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Rect 13"/>
          <p:cNvSpPr/>
          <p:nvPr/>
        </p:nvSpPr>
        <p:spPr>
          <a:xfrm>
            <a:off x="374774" y="852695"/>
            <a:ext cx="5079730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Rect 14"/>
          <p:cNvSpPr/>
          <p:nvPr/>
        </p:nvSpPr>
        <p:spPr>
          <a:xfrm>
            <a:off x="374774" y="1588782"/>
            <a:ext cx="5079730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374774" y="2390461"/>
            <a:ext cx="5079730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374774" y="3214004"/>
            <a:ext cx="5079730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Rect 17"/>
          <p:cNvSpPr/>
          <p:nvPr/>
        </p:nvSpPr>
        <p:spPr>
          <a:xfrm>
            <a:off x="374774" y="852695"/>
            <a:ext cx="14576" cy="2375885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Rect 18"/>
          <p:cNvSpPr/>
          <p:nvPr/>
        </p:nvSpPr>
        <p:spPr>
          <a:xfrm>
            <a:off x="1839661" y="852695"/>
            <a:ext cx="14576" cy="2375885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Rect 19"/>
          <p:cNvSpPr/>
          <p:nvPr/>
        </p:nvSpPr>
        <p:spPr>
          <a:xfrm>
            <a:off x="3661658" y="852695"/>
            <a:ext cx="14576" cy="2375885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Rect 20"/>
          <p:cNvSpPr/>
          <p:nvPr/>
        </p:nvSpPr>
        <p:spPr>
          <a:xfrm>
            <a:off x="5447216" y="852695"/>
            <a:ext cx="14576" cy="2375885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Rect 21"/>
          <p:cNvSpPr/>
          <p:nvPr/>
        </p:nvSpPr>
        <p:spPr>
          <a:xfrm>
            <a:off x="382062" y="4081275"/>
            <a:ext cx="5072442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Rect 22"/>
          <p:cNvSpPr/>
          <p:nvPr/>
        </p:nvSpPr>
        <p:spPr>
          <a:xfrm>
            <a:off x="7939709" y="852695"/>
            <a:ext cx="3818908" cy="14576"/>
          </a:xfrm>
          <a:prstGeom prst="rect">
            <a:avLst/>
          </a:prstGeom>
          <a:solidFill>
            <a:srgbClr val="206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Rect 23"/>
          <p:cNvSpPr/>
          <p:nvPr/>
        </p:nvSpPr>
        <p:spPr>
          <a:xfrm>
            <a:off x="7939709" y="3111972"/>
            <a:ext cx="3818908" cy="14576"/>
          </a:xfrm>
          <a:prstGeom prst="rect">
            <a:avLst/>
          </a:prstGeom>
          <a:solidFill>
            <a:srgbClr val="2069B3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Rect 24"/>
          <p:cNvSpPr/>
          <p:nvPr/>
        </p:nvSpPr>
        <p:spPr>
          <a:xfrm>
            <a:off x="418502" y="5808529"/>
            <a:ext cx="11289099" cy="14576"/>
          </a:xfrm>
          <a:prstGeom prst="rect">
            <a:avLst/>
          </a:prstGeom>
          <a:solidFill>
            <a:srgbClr val="142969"/>
          </a:solidFill>
          <a:ln>
            <a:noFill/>
          </a:ln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948980" y="295164"/>
            <a:ext cx="1960470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1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两因素对照</a:t>
            </a:r>
            <a:endParaRPr lang="zh-CN" sz="2810"/>
          </a:p>
        </p:txBody>
      </p:sp>
      <p:sp>
        <p:nvSpPr>
          <p:cNvPr id="26" name="TextBox 26"/>
          <p:cNvSpPr txBox="1"/>
          <p:nvPr/>
        </p:nvSpPr>
        <p:spPr>
          <a:xfrm>
            <a:off x="2284228" y="1060403"/>
            <a:ext cx="954727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无地形</a:t>
            </a:r>
            <a:endParaRPr lang="zh-CN" sz="2100"/>
          </a:p>
        </p:txBody>
      </p:sp>
      <p:sp>
        <p:nvSpPr>
          <p:cNvPr id="27" name="TextBox 27"/>
          <p:cNvSpPr txBox="1"/>
          <p:nvPr/>
        </p:nvSpPr>
        <p:spPr>
          <a:xfrm>
            <a:off x="4084362" y="1060403"/>
            <a:ext cx="947439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有地形</a:t>
            </a:r>
            <a:endParaRPr lang="zh-CN" sz="2100"/>
          </a:p>
        </p:txBody>
      </p:sp>
      <p:sp>
        <p:nvSpPr>
          <p:cNvPr id="28" name="TextBox 28"/>
          <p:cNvSpPr txBox="1"/>
          <p:nvPr/>
        </p:nvSpPr>
        <p:spPr>
          <a:xfrm>
            <a:off x="513246" y="1807422"/>
            <a:ext cx="1217095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独立表征</a:t>
            </a:r>
            <a:endParaRPr lang="zh-CN" sz="2100"/>
          </a:p>
        </p:txBody>
      </p:sp>
      <p:sp>
        <p:nvSpPr>
          <p:cNvPr id="29" name="TextBox 29"/>
          <p:cNvSpPr txBox="1"/>
          <p:nvPr/>
        </p:nvSpPr>
        <p:spPr>
          <a:xfrm>
            <a:off x="513246" y="2627321"/>
            <a:ext cx="1217095" cy="36440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0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共享表征</a:t>
            </a:r>
            <a:endParaRPr lang="zh-CN" sz="2100"/>
          </a:p>
        </p:txBody>
      </p:sp>
      <p:sp>
        <p:nvSpPr>
          <p:cNvPr id="30" name="TextBox 30"/>
          <p:cNvSpPr txBox="1"/>
          <p:nvPr/>
        </p:nvSpPr>
        <p:spPr>
          <a:xfrm>
            <a:off x="1890677" y="3629420"/>
            <a:ext cx="2208261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4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固定比较条件</a:t>
            </a:r>
            <a:endParaRPr lang="zh-CN" sz="2640"/>
          </a:p>
        </p:txBody>
      </p:sp>
      <p:sp>
        <p:nvSpPr>
          <p:cNvPr id="31" name="TextBox 31"/>
          <p:cNvSpPr txBox="1"/>
          <p:nvPr/>
        </p:nvSpPr>
        <p:spPr>
          <a:xfrm>
            <a:off x="425790" y="4168731"/>
            <a:ext cx="1136927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相同信息</a:t>
            </a:r>
            <a:endParaRPr lang="zh-CN" sz="1950"/>
          </a:p>
        </p:txBody>
      </p:sp>
      <p:sp>
        <p:nvSpPr>
          <p:cNvPr id="32" name="TextBox 32"/>
          <p:cNvSpPr txBox="1"/>
          <p:nvPr/>
        </p:nvSpPr>
        <p:spPr>
          <a:xfrm>
            <a:off x="2036436" y="4168731"/>
            <a:ext cx="1370142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校正与投影</a:t>
            </a:r>
            <a:endParaRPr lang="zh-CN" sz="1950"/>
          </a:p>
        </p:txBody>
      </p:sp>
      <p:sp>
        <p:nvSpPr>
          <p:cNvPr id="33" name="TextBox 33"/>
          <p:cNvSpPr txBox="1"/>
          <p:nvPr/>
        </p:nvSpPr>
        <p:spPr>
          <a:xfrm>
            <a:off x="3741826" y="4168731"/>
            <a:ext cx="1617934" cy="33524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总容量与预算</a:t>
            </a:r>
            <a:endParaRPr lang="zh-CN" sz="1950"/>
          </a:p>
        </p:txBody>
      </p:sp>
      <p:sp>
        <p:nvSpPr>
          <p:cNvPr id="34" name="TextBox 34"/>
          <p:cNvSpPr txBox="1"/>
          <p:nvPr/>
        </p:nvSpPr>
        <p:spPr>
          <a:xfrm>
            <a:off x="8646645" y="298808"/>
            <a:ext cx="2375885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1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参考资料配对</a:t>
            </a:r>
            <a:endParaRPr lang="zh-CN" sz="2810"/>
          </a:p>
        </p:txBody>
      </p:sp>
      <p:sp>
        <p:nvSpPr>
          <p:cNvPr id="35" name="TextBox 35"/>
          <p:cNvSpPr txBox="1"/>
          <p:nvPr/>
        </p:nvSpPr>
        <p:spPr>
          <a:xfrm>
            <a:off x="8770540" y="1034895"/>
            <a:ext cx="2128094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空间结构主指标</a:t>
            </a:r>
            <a:endParaRPr lang="zh-CN" sz="2240"/>
          </a:p>
        </p:txBody>
      </p:sp>
      <p:sp>
        <p:nvSpPr>
          <p:cNvPr id="36" name="TextBox 36"/>
          <p:cNvSpPr txBox="1"/>
          <p:nvPr/>
        </p:nvSpPr>
        <p:spPr>
          <a:xfrm>
            <a:off x="8909012" y="1497682"/>
            <a:ext cx="184386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依赖次要指标</a:t>
            </a:r>
            <a:endParaRPr lang="zh-CN" sz="2240"/>
          </a:p>
        </p:txBody>
      </p:sp>
      <p:sp>
        <p:nvSpPr>
          <p:cNvPr id="37" name="TextBox 37"/>
          <p:cNvSpPr txBox="1"/>
          <p:nvPr/>
        </p:nvSpPr>
        <p:spPr>
          <a:xfrm>
            <a:off x="8544613" y="2554441"/>
            <a:ext cx="2565373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81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CIESM 非配对</a:t>
            </a:r>
            <a:endParaRPr lang="zh-CN" sz="2810"/>
          </a:p>
        </p:txBody>
      </p:sp>
      <p:sp>
        <p:nvSpPr>
          <p:cNvPr id="38" name="TextBox 38"/>
          <p:cNvSpPr txBox="1"/>
          <p:nvPr/>
        </p:nvSpPr>
        <p:spPr>
          <a:xfrm>
            <a:off x="8755964" y="3305104"/>
            <a:ext cx="2142670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季节与联合统计</a:t>
            </a:r>
            <a:endParaRPr lang="zh-CN" sz="2240"/>
          </a:p>
        </p:txBody>
      </p:sp>
      <p:sp>
        <p:nvSpPr>
          <p:cNvPr id="39" name="TextBox 39"/>
          <p:cNvSpPr txBox="1"/>
          <p:nvPr/>
        </p:nvSpPr>
        <p:spPr>
          <a:xfrm>
            <a:off x="9185956" y="3771536"/>
            <a:ext cx="1282687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聚合残差</a:t>
            </a:r>
            <a:endParaRPr lang="zh-CN" sz="2240"/>
          </a:p>
        </p:txBody>
      </p:sp>
      <p:sp>
        <p:nvSpPr>
          <p:cNvPr id="40" name="TextBox 40"/>
          <p:cNvSpPr txBox="1"/>
          <p:nvPr/>
        </p:nvSpPr>
        <p:spPr>
          <a:xfrm>
            <a:off x="5308745" y="5367606"/>
            <a:ext cx="1530478" cy="451855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640" b="1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结论条件</a:t>
            </a:r>
            <a:endParaRPr lang="zh-CN" sz="2640"/>
          </a:p>
        </p:txBody>
      </p:sp>
      <p:sp>
        <p:nvSpPr>
          <p:cNvPr id="41" name="TextBox 41"/>
          <p:cNvSpPr txBox="1"/>
          <p:nvPr/>
        </p:nvSpPr>
        <p:spPr>
          <a:xfrm>
            <a:off x="3042179" y="5987085"/>
            <a:ext cx="1843862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逐变量非退化</a:t>
            </a:r>
            <a:endParaRPr lang="zh-CN" sz="2240"/>
          </a:p>
        </p:txBody>
      </p:sp>
      <p:sp>
        <p:nvSpPr>
          <p:cNvPr id="42" name="TextBox 42"/>
          <p:cNvSpPr txBox="1"/>
          <p:nvPr/>
        </p:nvSpPr>
        <p:spPr>
          <a:xfrm>
            <a:off x="6853799" y="5987085"/>
            <a:ext cx="2120806" cy="3935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240">
                <a:solidFill>
                  <a:srgbClr val="202020"/>
                </a:solidFill>
                <a:latin typeface="Noto Sans CJK SC"/>
                <a:ea typeface="Noto Sans CJK SC"/>
                <a:cs typeface="Noto Sans CJK SC"/>
              </a:rPr>
              <a:t>时空块不确定性</a:t>
            </a:r>
            <a:endParaRPr lang="zh-CN" sz="22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7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