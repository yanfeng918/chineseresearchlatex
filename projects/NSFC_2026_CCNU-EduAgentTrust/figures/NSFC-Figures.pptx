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ygon 2"/>
          <p:cNvSpPr/>
          <p:nvPr/>
        </p:nvSpPr>
        <p:spPr>
          <a:xfrm>
            <a:off x="3569773" y="1458288"/>
            <a:ext cx="1699673" cy="56708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487" y="0"/>
                </a:moveTo>
                <a:lnTo>
                  <a:pt x="0" y="20542"/>
                </a:lnTo>
                <a:lnTo>
                  <a:pt x="113" y="21600"/>
                </a:lnTo>
                <a:lnTo>
                  <a:pt x="21600" y="1058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olygon 3"/>
          <p:cNvSpPr/>
          <p:nvPr/>
        </p:nvSpPr>
        <p:spPr>
          <a:xfrm>
            <a:off x="3570447" y="1997402"/>
            <a:ext cx="116831" cy="5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615"/>
                </a:moveTo>
                <a:lnTo>
                  <a:pt x="20211" y="21600"/>
                </a:lnTo>
                <a:lnTo>
                  <a:pt x="21600" y="10985"/>
                </a:lnTo>
                <a:lnTo>
                  <a:pt x="1389" y="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olygon 4"/>
          <p:cNvSpPr/>
          <p:nvPr/>
        </p:nvSpPr>
        <p:spPr>
          <a:xfrm>
            <a:off x="3563075" y="1907327"/>
            <a:ext cx="102422" cy="11357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693" y="21600"/>
                </a:moveTo>
                <a:lnTo>
                  <a:pt x="21600" y="3581"/>
                </a:lnTo>
                <a:lnTo>
                  <a:pt x="16907" y="0"/>
                </a:lnTo>
                <a:lnTo>
                  <a:pt x="0" y="18019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olygon 5"/>
          <p:cNvSpPr/>
          <p:nvPr/>
        </p:nvSpPr>
        <p:spPr>
          <a:xfrm>
            <a:off x="7060598" y="1458327"/>
            <a:ext cx="1605175" cy="55242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3"/>
                </a:moveTo>
                <a:lnTo>
                  <a:pt x="21477" y="21600"/>
                </a:lnTo>
                <a:lnTo>
                  <a:pt x="21600" y="20517"/>
                </a:lnTo>
                <a:lnTo>
                  <a:pt x="123" y="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olygon 6"/>
          <p:cNvSpPr/>
          <p:nvPr/>
        </p:nvSpPr>
        <p:spPr>
          <a:xfrm>
            <a:off x="8555184" y="1982895"/>
            <a:ext cx="110041" cy="5718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028" y="0"/>
                </a:moveTo>
                <a:lnTo>
                  <a:pt x="0" y="11012"/>
                </a:lnTo>
                <a:lnTo>
                  <a:pt x="1572" y="21600"/>
                </a:lnTo>
                <a:lnTo>
                  <a:pt x="21600" y="10588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olygon 7"/>
          <p:cNvSpPr/>
          <p:nvPr/>
        </p:nvSpPr>
        <p:spPr>
          <a:xfrm>
            <a:off x="8583644" y="1893869"/>
            <a:ext cx="89560" cy="11133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8381"/>
                </a:moveTo>
                <a:lnTo>
                  <a:pt x="5781" y="0"/>
                </a:lnTo>
                <a:lnTo>
                  <a:pt x="0" y="3219"/>
                </a:lnTo>
                <a:lnTo>
                  <a:pt x="15819" y="21600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lygon 8"/>
          <p:cNvSpPr/>
          <p:nvPr/>
        </p:nvSpPr>
        <p:spPr>
          <a:xfrm>
            <a:off x="396638" y="3733274"/>
            <a:ext cx="11398419" cy="255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4669223" y="147582"/>
            <a:ext cx="2991721" cy="1344634"/>
          </a:xfrm>
          <a:prstGeom prst="rect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4694731" y="173090"/>
            <a:ext cx="2940705" cy="12936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418779" y="2078900"/>
            <a:ext cx="3297816" cy="1395650"/>
          </a:xfrm>
          <a:prstGeom prst="rect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1444287" y="2104408"/>
            <a:ext cx="3246800" cy="13446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7533404" y="2078900"/>
            <a:ext cx="3312392" cy="1395650"/>
          </a:xfrm>
          <a:prstGeom prst="rect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7558912" y="2104408"/>
            <a:ext cx="3261376" cy="13446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638964" y="4024793"/>
            <a:ext cx="3348832" cy="1512258"/>
          </a:xfrm>
          <a:prstGeom prst="rect">
            <a:avLst/>
          </a:prstGeom>
          <a:solidFill>
            <a:srgbClr val="2E84C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664472" y="4050301"/>
            <a:ext cx="3297816" cy="14612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4428720" y="4024793"/>
            <a:ext cx="3319680" cy="1512258"/>
          </a:xfrm>
          <a:prstGeom prst="rect">
            <a:avLst/>
          </a:prstGeom>
          <a:solidFill>
            <a:srgbClr val="2E84C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454228" y="4050301"/>
            <a:ext cx="3268664" cy="14612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8189323" y="4024793"/>
            <a:ext cx="3326968" cy="1512258"/>
          </a:xfrm>
          <a:prstGeom prst="rect">
            <a:avLst/>
          </a:prstGeom>
          <a:solidFill>
            <a:srgbClr val="2E84C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214831" y="4050301"/>
            <a:ext cx="3275952" cy="14612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350097" y="5883231"/>
            <a:ext cx="5513366" cy="790747"/>
          </a:xfrm>
          <a:prstGeom prst="rect">
            <a:avLst/>
          </a:prstGeom>
          <a:solidFill>
            <a:srgbClr val="559FD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375605" y="5908739"/>
            <a:ext cx="5462350" cy="7397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4793119" y="264190"/>
            <a:ext cx="200420" cy="200420"/>
          </a:xfrm>
          <a:prstGeom prst="ellipse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4818627" y="289698"/>
            <a:ext cx="149404" cy="149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1542675" y="2195507"/>
            <a:ext cx="200420" cy="200420"/>
          </a:xfrm>
          <a:prstGeom prst="ellipse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1568183" y="2221015"/>
            <a:ext cx="149404" cy="149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7650012" y="2195507"/>
            <a:ext cx="200420" cy="200420"/>
          </a:xfrm>
          <a:prstGeom prst="ellipse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7675520" y="2221015"/>
            <a:ext cx="149404" cy="149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3466705" y="5999839"/>
            <a:ext cx="200420" cy="200420"/>
          </a:xfrm>
          <a:prstGeom prst="ellipse">
            <a:avLst/>
          </a:prstGeom>
          <a:solidFill>
            <a:srgbClr val="559FD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3492213" y="6025347"/>
            <a:ext cx="149404" cy="149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755572" y="4155977"/>
            <a:ext cx="200420" cy="200420"/>
          </a:xfrm>
          <a:prstGeom prst="rect">
            <a:avLst/>
          </a:prstGeom>
          <a:solidFill>
            <a:srgbClr val="2E84C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781080" y="4181485"/>
            <a:ext cx="149404" cy="149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4538039" y="4155977"/>
            <a:ext cx="200420" cy="200420"/>
          </a:xfrm>
          <a:prstGeom prst="rect">
            <a:avLst/>
          </a:prstGeom>
          <a:solidFill>
            <a:srgbClr val="2E84C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4563547" y="4181485"/>
            <a:ext cx="149404" cy="149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8305931" y="4155977"/>
            <a:ext cx="200420" cy="200420"/>
          </a:xfrm>
          <a:prstGeom prst="rect">
            <a:avLst/>
          </a:prstGeom>
          <a:solidFill>
            <a:srgbClr val="2E84C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331439" y="4181485"/>
            <a:ext cx="149404" cy="149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5206713" y="590327"/>
            <a:ext cx="1902166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相同完整解答</a:t>
            </a:r>
            <a:endParaRPr lang="zh-CN" sz="2350"/>
          </a:p>
        </p:txBody>
      </p:sp>
      <p:sp>
        <p:nvSpPr>
          <p:cNvPr id="38" name="TextBox 38"/>
          <p:cNvSpPr txBox="1"/>
          <p:nvPr/>
        </p:nvSpPr>
        <p:spPr>
          <a:xfrm>
            <a:off x="2481004" y="2368597"/>
            <a:ext cx="1297262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教师演示</a:t>
            </a:r>
            <a:endParaRPr lang="zh-CN" sz="2350"/>
          </a:p>
        </p:txBody>
      </p:sp>
      <p:sp>
        <p:nvSpPr>
          <p:cNvPr id="39" name="TextBox 39"/>
          <p:cNvSpPr txBox="1"/>
          <p:nvPr/>
        </p:nvSpPr>
        <p:spPr>
          <a:xfrm>
            <a:off x="2619476" y="2791301"/>
            <a:ext cx="1034895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可允许</a:t>
            </a:r>
            <a:endParaRPr lang="zh-CN" sz="2350"/>
          </a:p>
        </p:txBody>
      </p:sp>
      <p:sp>
        <p:nvSpPr>
          <p:cNvPr id="40" name="TextBox 40"/>
          <p:cNvSpPr txBox="1"/>
          <p:nvPr/>
        </p:nvSpPr>
        <p:spPr>
          <a:xfrm>
            <a:off x="8522749" y="2368597"/>
            <a:ext cx="1297262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独立练习</a:t>
            </a:r>
            <a:endParaRPr lang="zh-CN" sz="2350"/>
          </a:p>
        </p:txBody>
      </p:sp>
      <p:sp>
        <p:nvSpPr>
          <p:cNvPr id="41" name="TextBox 41"/>
          <p:cNvSpPr txBox="1"/>
          <p:nvPr/>
        </p:nvSpPr>
        <p:spPr>
          <a:xfrm>
            <a:off x="8522749" y="2791301"/>
            <a:ext cx="1304550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可能超界</a:t>
            </a:r>
            <a:endParaRPr lang="zh-CN" sz="2350"/>
          </a:p>
        </p:txBody>
      </p:sp>
      <p:sp>
        <p:nvSpPr>
          <p:cNvPr id="42" name="TextBox 42"/>
          <p:cNvSpPr txBox="1"/>
          <p:nvPr/>
        </p:nvSpPr>
        <p:spPr>
          <a:xfrm>
            <a:off x="1679325" y="4380083"/>
            <a:ext cx="1311838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检索证据</a:t>
            </a:r>
            <a:endParaRPr lang="zh-CN" sz="2350"/>
          </a:p>
        </p:txBody>
      </p:sp>
      <p:sp>
        <p:nvSpPr>
          <p:cNvPr id="43" name="TextBox 43"/>
          <p:cNvSpPr txBox="1"/>
          <p:nvPr/>
        </p:nvSpPr>
        <p:spPr>
          <a:xfrm>
            <a:off x="1679325" y="4802786"/>
            <a:ext cx="1311838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来源失真</a:t>
            </a:r>
            <a:endParaRPr lang="zh-CN" sz="2350"/>
          </a:p>
        </p:txBody>
      </p:sp>
      <p:sp>
        <p:nvSpPr>
          <p:cNvPr id="44" name="TextBox 44"/>
          <p:cNvSpPr txBox="1"/>
          <p:nvPr/>
        </p:nvSpPr>
        <p:spPr>
          <a:xfrm>
            <a:off x="5454504" y="4380083"/>
            <a:ext cx="1304550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工具行动</a:t>
            </a:r>
            <a:endParaRPr lang="zh-CN" sz="2350"/>
          </a:p>
        </p:txBody>
      </p:sp>
      <p:sp>
        <p:nvSpPr>
          <p:cNvPr id="45" name="TextBox 45"/>
          <p:cNvSpPr txBox="1"/>
          <p:nvPr/>
        </p:nvSpPr>
        <p:spPr>
          <a:xfrm>
            <a:off x="5454504" y="4802786"/>
            <a:ext cx="1304550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权限越界</a:t>
            </a:r>
            <a:endParaRPr lang="zh-CN" sz="2350"/>
          </a:p>
        </p:txBody>
      </p:sp>
      <p:sp>
        <p:nvSpPr>
          <p:cNvPr id="46" name="TextBox 46"/>
          <p:cNvSpPr txBox="1"/>
          <p:nvPr/>
        </p:nvSpPr>
        <p:spPr>
          <a:xfrm>
            <a:off x="9207820" y="4372795"/>
            <a:ext cx="1304550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记忆更新</a:t>
            </a:r>
            <a:endParaRPr lang="zh-CN" sz="2350"/>
          </a:p>
        </p:txBody>
      </p:sp>
      <p:sp>
        <p:nvSpPr>
          <p:cNvPr id="47" name="TextBox 47"/>
          <p:cNvSpPr txBox="1"/>
          <p:nvPr/>
        </p:nvSpPr>
        <p:spPr>
          <a:xfrm>
            <a:off x="9207820" y="4795498"/>
            <a:ext cx="1304550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111111"/>
                </a:solidFill>
                <a:latin typeface="Noto Sans CJK SC Medium"/>
                <a:ea typeface="Noto Sans CJK SC Medium"/>
                <a:cs typeface="Noto Sans CJK SC Medium"/>
              </a:rPr>
              <a:t>污染延续</a:t>
            </a:r>
            <a:endParaRPr lang="zh-CN" sz="2350"/>
          </a:p>
        </p:txBody>
      </p:sp>
      <p:sp>
        <p:nvSpPr>
          <p:cNvPr id="48" name="TextBox 48"/>
          <p:cNvSpPr txBox="1"/>
          <p:nvPr/>
        </p:nvSpPr>
        <p:spPr>
          <a:xfrm>
            <a:off x="4703841" y="6034457"/>
            <a:ext cx="2966213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252525"/>
                </a:solidFill>
                <a:latin typeface="Noto Sans CJK SC Medium"/>
                <a:ea typeface="Noto Sans CJK SC Medium"/>
                <a:cs typeface="Noto Sans CJK SC Medium"/>
              </a:rPr>
              <a:t>结合情境与过程判断</a:t>
            </a:r>
            <a:endParaRPr lang="zh-CN" sz="2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145756" y="1596070"/>
            <a:ext cx="43728" cy="495583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073984" y="1596070"/>
            <a:ext cx="43728" cy="298808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0140683" y="1596070"/>
            <a:ext cx="43728" cy="313384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2167620" y="1873014"/>
            <a:ext cx="8002215" cy="43728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olygon 7"/>
          <p:cNvSpPr/>
          <p:nvPr/>
        </p:nvSpPr>
        <p:spPr>
          <a:xfrm>
            <a:off x="2072876" y="2077078"/>
            <a:ext cx="18948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970844" y="4533131"/>
            <a:ext cx="43728" cy="262368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1897964" y="4780922"/>
            <a:ext cx="18948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052120" y="4533131"/>
            <a:ext cx="43728" cy="262368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5979240" y="4780922"/>
            <a:ext cx="18948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10082379" y="4533131"/>
            <a:ext cx="43728" cy="262368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lygon 13"/>
          <p:cNvSpPr/>
          <p:nvPr/>
        </p:nvSpPr>
        <p:spPr>
          <a:xfrm>
            <a:off x="10009499" y="4780922"/>
            <a:ext cx="18948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olygon 14"/>
          <p:cNvSpPr/>
          <p:nvPr/>
        </p:nvSpPr>
        <p:spPr>
          <a:xfrm>
            <a:off x="3836570" y="3243156"/>
            <a:ext cx="459143" cy="1967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00"/>
                </a:moveTo>
                <a:lnTo>
                  <a:pt x="14743" y="8800"/>
                </a:lnTo>
                <a:lnTo>
                  <a:pt x="14743" y="0"/>
                </a:lnTo>
                <a:lnTo>
                  <a:pt x="21600" y="11200"/>
                </a:lnTo>
                <a:lnTo>
                  <a:pt x="14743" y="21600"/>
                </a:lnTo>
                <a:lnTo>
                  <a:pt x="14743" y="13600"/>
                </a:lnTo>
                <a:lnTo>
                  <a:pt x="0" y="136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olygon 15"/>
          <p:cNvSpPr/>
          <p:nvPr/>
        </p:nvSpPr>
        <p:spPr>
          <a:xfrm>
            <a:off x="7837678" y="3243156"/>
            <a:ext cx="459143" cy="1967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00"/>
                </a:moveTo>
                <a:lnTo>
                  <a:pt x="14057" y="8800"/>
                </a:lnTo>
                <a:lnTo>
                  <a:pt x="14057" y="0"/>
                </a:lnTo>
                <a:lnTo>
                  <a:pt x="21600" y="11200"/>
                </a:lnTo>
                <a:lnTo>
                  <a:pt x="14057" y="21600"/>
                </a:lnTo>
                <a:lnTo>
                  <a:pt x="14057" y="13600"/>
                </a:lnTo>
                <a:lnTo>
                  <a:pt x="0" y="136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309182" y="204064"/>
            <a:ext cx="11580618" cy="575751"/>
          </a:xfrm>
          <a:prstGeom prst="rect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309182" y="1071335"/>
            <a:ext cx="3600268" cy="524735"/>
          </a:xfrm>
          <a:prstGeom prst="rect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317578" y="1071335"/>
            <a:ext cx="3571116" cy="524735"/>
          </a:xfrm>
          <a:prstGeom prst="rect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8362413" y="1071335"/>
            <a:ext cx="3527388" cy="524735"/>
          </a:xfrm>
          <a:prstGeom prst="rect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280030" y="2266565"/>
            <a:ext cx="3556540" cy="2266565"/>
          </a:xfrm>
          <a:prstGeom prst="rect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4295714" y="2259277"/>
            <a:ext cx="3541964" cy="2273853"/>
          </a:xfrm>
          <a:prstGeom prst="rect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296821" y="2251989"/>
            <a:ext cx="3592980" cy="2281141"/>
          </a:xfrm>
          <a:prstGeom prst="rect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352910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542398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731886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921374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1110861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1300349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489837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1679325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1868813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2058300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2247788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2437276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2626764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2816251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3005739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3195227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3384715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3574203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3763690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3953178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4142666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4332154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4521641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4711129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4900617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5090105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5279593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5469080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5658568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5848056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6037544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oundrect 54"/>
          <p:cNvSpPr/>
          <p:nvPr/>
        </p:nvSpPr>
        <p:spPr>
          <a:xfrm>
            <a:off x="6227031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6416519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6606007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6795495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6984983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7174470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7363958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7553446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7742934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7932421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8121909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oundrect 65"/>
          <p:cNvSpPr/>
          <p:nvPr/>
        </p:nvSpPr>
        <p:spPr>
          <a:xfrm>
            <a:off x="8311397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oundrect 66"/>
          <p:cNvSpPr/>
          <p:nvPr/>
        </p:nvSpPr>
        <p:spPr>
          <a:xfrm>
            <a:off x="8500885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oundrect 67"/>
          <p:cNvSpPr/>
          <p:nvPr/>
        </p:nvSpPr>
        <p:spPr>
          <a:xfrm>
            <a:off x="8690373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oundrect 68"/>
          <p:cNvSpPr/>
          <p:nvPr/>
        </p:nvSpPr>
        <p:spPr>
          <a:xfrm>
            <a:off x="8879860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oundrect 69"/>
          <p:cNvSpPr/>
          <p:nvPr/>
        </p:nvSpPr>
        <p:spPr>
          <a:xfrm>
            <a:off x="9069348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9258836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9448324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oundrect 72"/>
          <p:cNvSpPr/>
          <p:nvPr/>
        </p:nvSpPr>
        <p:spPr>
          <a:xfrm>
            <a:off x="9637811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oundrect 73"/>
          <p:cNvSpPr/>
          <p:nvPr/>
        </p:nvSpPr>
        <p:spPr>
          <a:xfrm>
            <a:off x="9827299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oundrect 74"/>
          <p:cNvSpPr/>
          <p:nvPr/>
        </p:nvSpPr>
        <p:spPr>
          <a:xfrm>
            <a:off x="10016787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oundrect 75"/>
          <p:cNvSpPr/>
          <p:nvPr/>
        </p:nvSpPr>
        <p:spPr>
          <a:xfrm>
            <a:off x="10206275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oundrect 76"/>
          <p:cNvSpPr/>
          <p:nvPr/>
        </p:nvSpPr>
        <p:spPr>
          <a:xfrm>
            <a:off x="10395763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oundrect 77"/>
          <p:cNvSpPr/>
          <p:nvPr/>
        </p:nvSpPr>
        <p:spPr>
          <a:xfrm>
            <a:off x="10585250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oundrect 78"/>
          <p:cNvSpPr/>
          <p:nvPr/>
        </p:nvSpPr>
        <p:spPr>
          <a:xfrm>
            <a:off x="10774738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oundrect 79"/>
          <p:cNvSpPr/>
          <p:nvPr/>
        </p:nvSpPr>
        <p:spPr>
          <a:xfrm>
            <a:off x="10964226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oundrect 80"/>
          <p:cNvSpPr/>
          <p:nvPr/>
        </p:nvSpPr>
        <p:spPr>
          <a:xfrm>
            <a:off x="11153714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oundrect 81"/>
          <p:cNvSpPr/>
          <p:nvPr/>
        </p:nvSpPr>
        <p:spPr>
          <a:xfrm>
            <a:off x="11343201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11532689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oundrect 83"/>
          <p:cNvSpPr/>
          <p:nvPr/>
        </p:nvSpPr>
        <p:spPr>
          <a:xfrm>
            <a:off x="11722177" y="4963122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oundrect 84"/>
          <p:cNvSpPr/>
          <p:nvPr/>
        </p:nvSpPr>
        <p:spPr>
          <a:xfrm>
            <a:off x="352910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542398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oundrect 86"/>
          <p:cNvSpPr/>
          <p:nvPr/>
        </p:nvSpPr>
        <p:spPr>
          <a:xfrm>
            <a:off x="731886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oundrect 87"/>
          <p:cNvSpPr/>
          <p:nvPr/>
        </p:nvSpPr>
        <p:spPr>
          <a:xfrm>
            <a:off x="921374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oundrect 88"/>
          <p:cNvSpPr/>
          <p:nvPr/>
        </p:nvSpPr>
        <p:spPr>
          <a:xfrm>
            <a:off x="1110861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oundrect 89"/>
          <p:cNvSpPr/>
          <p:nvPr/>
        </p:nvSpPr>
        <p:spPr>
          <a:xfrm>
            <a:off x="1300349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oundrect 90"/>
          <p:cNvSpPr/>
          <p:nvPr/>
        </p:nvSpPr>
        <p:spPr>
          <a:xfrm>
            <a:off x="1489837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oundrect 91"/>
          <p:cNvSpPr/>
          <p:nvPr/>
        </p:nvSpPr>
        <p:spPr>
          <a:xfrm>
            <a:off x="1679325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oundrect 92"/>
          <p:cNvSpPr/>
          <p:nvPr/>
        </p:nvSpPr>
        <p:spPr>
          <a:xfrm>
            <a:off x="1868813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oundrect 93"/>
          <p:cNvSpPr/>
          <p:nvPr/>
        </p:nvSpPr>
        <p:spPr>
          <a:xfrm>
            <a:off x="2058300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oundrect 94"/>
          <p:cNvSpPr/>
          <p:nvPr/>
        </p:nvSpPr>
        <p:spPr>
          <a:xfrm>
            <a:off x="2247788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oundrect 95"/>
          <p:cNvSpPr/>
          <p:nvPr/>
        </p:nvSpPr>
        <p:spPr>
          <a:xfrm>
            <a:off x="2437276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oundrect 96"/>
          <p:cNvSpPr/>
          <p:nvPr/>
        </p:nvSpPr>
        <p:spPr>
          <a:xfrm>
            <a:off x="2626764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oundrect 97"/>
          <p:cNvSpPr/>
          <p:nvPr/>
        </p:nvSpPr>
        <p:spPr>
          <a:xfrm>
            <a:off x="2816251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oundrect 98"/>
          <p:cNvSpPr/>
          <p:nvPr/>
        </p:nvSpPr>
        <p:spPr>
          <a:xfrm>
            <a:off x="3005739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oundrect 99"/>
          <p:cNvSpPr/>
          <p:nvPr/>
        </p:nvSpPr>
        <p:spPr>
          <a:xfrm>
            <a:off x="3195227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oundrect 100"/>
          <p:cNvSpPr/>
          <p:nvPr/>
        </p:nvSpPr>
        <p:spPr>
          <a:xfrm>
            <a:off x="3384715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oundrect 101"/>
          <p:cNvSpPr/>
          <p:nvPr/>
        </p:nvSpPr>
        <p:spPr>
          <a:xfrm>
            <a:off x="3574203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oundrect 102"/>
          <p:cNvSpPr/>
          <p:nvPr/>
        </p:nvSpPr>
        <p:spPr>
          <a:xfrm>
            <a:off x="3763690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oundrect 103"/>
          <p:cNvSpPr/>
          <p:nvPr/>
        </p:nvSpPr>
        <p:spPr>
          <a:xfrm>
            <a:off x="3953178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oundrect 104"/>
          <p:cNvSpPr/>
          <p:nvPr/>
        </p:nvSpPr>
        <p:spPr>
          <a:xfrm>
            <a:off x="4142666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oundrect 105"/>
          <p:cNvSpPr/>
          <p:nvPr/>
        </p:nvSpPr>
        <p:spPr>
          <a:xfrm>
            <a:off x="4332154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oundrect 106"/>
          <p:cNvSpPr/>
          <p:nvPr/>
        </p:nvSpPr>
        <p:spPr>
          <a:xfrm>
            <a:off x="4521641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oundrect 107"/>
          <p:cNvSpPr/>
          <p:nvPr/>
        </p:nvSpPr>
        <p:spPr>
          <a:xfrm>
            <a:off x="4711129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oundrect 108"/>
          <p:cNvSpPr/>
          <p:nvPr/>
        </p:nvSpPr>
        <p:spPr>
          <a:xfrm>
            <a:off x="4900617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oundrect 109"/>
          <p:cNvSpPr/>
          <p:nvPr/>
        </p:nvSpPr>
        <p:spPr>
          <a:xfrm>
            <a:off x="5090105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oundrect 110"/>
          <p:cNvSpPr/>
          <p:nvPr/>
        </p:nvSpPr>
        <p:spPr>
          <a:xfrm>
            <a:off x="5279593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oundrect 111"/>
          <p:cNvSpPr/>
          <p:nvPr/>
        </p:nvSpPr>
        <p:spPr>
          <a:xfrm>
            <a:off x="5469080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oundrect 112"/>
          <p:cNvSpPr/>
          <p:nvPr/>
        </p:nvSpPr>
        <p:spPr>
          <a:xfrm>
            <a:off x="5658568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oundrect 113"/>
          <p:cNvSpPr/>
          <p:nvPr/>
        </p:nvSpPr>
        <p:spPr>
          <a:xfrm>
            <a:off x="5848056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oundrect 114"/>
          <p:cNvSpPr/>
          <p:nvPr/>
        </p:nvSpPr>
        <p:spPr>
          <a:xfrm>
            <a:off x="6037544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oundrect 115"/>
          <p:cNvSpPr/>
          <p:nvPr/>
        </p:nvSpPr>
        <p:spPr>
          <a:xfrm>
            <a:off x="6227031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oundrect 116"/>
          <p:cNvSpPr/>
          <p:nvPr/>
        </p:nvSpPr>
        <p:spPr>
          <a:xfrm>
            <a:off x="6416519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oundrect 117"/>
          <p:cNvSpPr/>
          <p:nvPr/>
        </p:nvSpPr>
        <p:spPr>
          <a:xfrm>
            <a:off x="6606007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oundrect 118"/>
          <p:cNvSpPr/>
          <p:nvPr/>
        </p:nvSpPr>
        <p:spPr>
          <a:xfrm>
            <a:off x="6795495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oundrect 119"/>
          <p:cNvSpPr/>
          <p:nvPr/>
        </p:nvSpPr>
        <p:spPr>
          <a:xfrm>
            <a:off x="6984983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oundrect 120"/>
          <p:cNvSpPr/>
          <p:nvPr/>
        </p:nvSpPr>
        <p:spPr>
          <a:xfrm>
            <a:off x="7174470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oundrect 121"/>
          <p:cNvSpPr/>
          <p:nvPr/>
        </p:nvSpPr>
        <p:spPr>
          <a:xfrm>
            <a:off x="7363958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oundrect 122"/>
          <p:cNvSpPr/>
          <p:nvPr/>
        </p:nvSpPr>
        <p:spPr>
          <a:xfrm>
            <a:off x="7553446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oundrect 123"/>
          <p:cNvSpPr/>
          <p:nvPr/>
        </p:nvSpPr>
        <p:spPr>
          <a:xfrm>
            <a:off x="7742934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oundrect 124"/>
          <p:cNvSpPr/>
          <p:nvPr/>
        </p:nvSpPr>
        <p:spPr>
          <a:xfrm>
            <a:off x="7932421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oundrect 125"/>
          <p:cNvSpPr/>
          <p:nvPr/>
        </p:nvSpPr>
        <p:spPr>
          <a:xfrm>
            <a:off x="8121909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oundrect 126"/>
          <p:cNvSpPr/>
          <p:nvPr/>
        </p:nvSpPr>
        <p:spPr>
          <a:xfrm>
            <a:off x="8311397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oundrect 127"/>
          <p:cNvSpPr/>
          <p:nvPr/>
        </p:nvSpPr>
        <p:spPr>
          <a:xfrm>
            <a:off x="8500885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oundrect 128"/>
          <p:cNvSpPr/>
          <p:nvPr/>
        </p:nvSpPr>
        <p:spPr>
          <a:xfrm>
            <a:off x="8690373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oundrect 129"/>
          <p:cNvSpPr/>
          <p:nvPr/>
        </p:nvSpPr>
        <p:spPr>
          <a:xfrm>
            <a:off x="8879860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oundrect 130"/>
          <p:cNvSpPr/>
          <p:nvPr/>
        </p:nvSpPr>
        <p:spPr>
          <a:xfrm>
            <a:off x="9069348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oundrect 131"/>
          <p:cNvSpPr/>
          <p:nvPr/>
        </p:nvSpPr>
        <p:spPr>
          <a:xfrm>
            <a:off x="9258836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oundrect 132"/>
          <p:cNvSpPr/>
          <p:nvPr/>
        </p:nvSpPr>
        <p:spPr>
          <a:xfrm>
            <a:off x="9448324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oundrect 133"/>
          <p:cNvSpPr/>
          <p:nvPr/>
        </p:nvSpPr>
        <p:spPr>
          <a:xfrm>
            <a:off x="9637811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oundrect 134"/>
          <p:cNvSpPr/>
          <p:nvPr/>
        </p:nvSpPr>
        <p:spPr>
          <a:xfrm>
            <a:off x="9827299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oundrect 135"/>
          <p:cNvSpPr/>
          <p:nvPr/>
        </p:nvSpPr>
        <p:spPr>
          <a:xfrm>
            <a:off x="10016787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oundrect 136"/>
          <p:cNvSpPr/>
          <p:nvPr/>
        </p:nvSpPr>
        <p:spPr>
          <a:xfrm>
            <a:off x="10206275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oundrect 137"/>
          <p:cNvSpPr/>
          <p:nvPr/>
        </p:nvSpPr>
        <p:spPr>
          <a:xfrm>
            <a:off x="10395763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oundrect 138"/>
          <p:cNvSpPr/>
          <p:nvPr/>
        </p:nvSpPr>
        <p:spPr>
          <a:xfrm>
            <a:off x="10585250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oundrect 139"/>
          <p:cNvSpPr/>
          <p:nvPr/>
        </p:nvSpPr>
        <p:spPr>
          <a:xfrm>
            <a:off x="10774738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oundrect 140"/>
          <p:cNvSpPr/>
          <p:nvPr/>
        </p:nvSpPr>
        <p:spPr>
          <a:xfrm>
            <a:off x="10964226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oundrect 141"/>
          <p:cNvSpPr/>
          <p:nvPr/>
        </p:nvSpPr>
        <p:spPr>
          <a:xfrm>
            <a:off x="11153714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oundrect 142"/>
          <p:cNvSpPr/>
          <p:nvPr/>
        </p:nvSpPr>
        <p:spPr>
          <a:xfrm>
            <a:off x="11343201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oundrect 143"/>
          <p:cNvSpPr/>
          <p:nvPr/>
        </p:nvSpPr>
        <p:spPr>
          <a:xfrm>
            <a:off x="11532689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oundrect 144"/>
          <p:cNvSpPr/>
          <p:nvPr/>
        </p:nvSpPr>
        <p:spPr>
          <a:xfrm>
            <a:off x="11722177" y="6500888"/>
            <a:ext cx="116608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oundrect 145"/>
          <p:cNvSpPr/>
          <p:nvPr/>
        </p:nvSpPr>
        <p:spPr>
          <a:xfrm>
            <a:off x="294606" y="5108882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oundrect 146"/>
          <p:cNvSpPr/>
          <p:nvPr/>
        </p:nvSpPr>
        <p:spPr>
          <a:xfrm>
            <a:off x="294606" y="5276506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Roundrect 147"/>
          <p:cNvSpPr/>
          <p:nvPr/>
        </p:nvSpPr>
        <p:spPr>
          <a:xfrm>
            <a:off x="294606" y="5444130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Roundrect 148"/>
          <p:cNvSpPr/>
          <p:nvPr/>
        </p:nvSpPr>
        <p:spPr>
          <a:xfrm>
            <a:off x="294606" y="5611753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oundrect 149"/>
          <p:cNvSpPr/>
          <p:nvPr/>
        </p:nvSpPr>
        <p:spPr>
          <a:xfrm>
            <a:off x="294606" y="5779377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oundrect 150"/>
          <p:cNvSpPr/>
          <p:nvPr/>
        </p:nvSpPr>
        <p:spPr>
          <a:xfrm>
            <a:off x="294606" y="5947001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Roundrect 151"/>
          <p:cNvSpPr/>
          <p:nvPr/>
        </p:nvSpPr>
        <p:spPr>
          <a:xfrm>
            <a:off x="294606" y="6114625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Roundrect 152"/>
          <p:cNvSpPr/>
          <p:nvPr/>
        </p:nvSpPr>
        <p:spPr>
          <a:xfrm>
            <a:off x="294606" y="6282249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Roundrect 153"/>
          <p:cNvSpPr/>
          <p:nvPr/>
        </p:nvSpPr>
        <p:spPr>
          <a:xfrm>
            <a:off x="11853361" y="5108882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Roundrect 154"/>
          <p:cNvSpPr/>
          <p:nvPr/>
        </p:nvSpPr>
        <p:spPr>
          <a:xfrm>
            <a:off x="11853361" y="5276506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Roundrect 155"/>
          <p:cNvSpPr/>
          <p:nvPr/>
        </p:nvSpPr>
        <p:spPr>
          <a:xfrm>
            <a:off x="11853361" y="5444130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Roundrect 156"/>
          <p:cNvSpPr/>
          <p:nvPr/>
        </p:nvSpPr>
        <p:spPr>
          <a:xfrm>
            <a:off x="11853361" y="5611753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Roundrect 157"/>
          <p:cNvSpPr/>
          <p:nvPr/>
        </p:nvSpPr>
        <p:spPr>
          <a:xfrm>
            <a:off x="11853361" y="5779377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oundrect 158"/>
          <p:cNvSpPr/>
          <p:nvPr/>
        </p:nvSpPr>
        <p:spPr>
          <a:xfrm>
            <a:off x="11853361" y="5947001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oundrect 159"/>
          <p:cNvSpPr/>
          <p:nvPr/>
        </p:nvSpPr>
        <p:spPr>
          <a:xfrm>
            <a:off x="11853361" y="6114625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oundrect 160"/>
          <p:cNvSpPr/>
          <p:nvPr/>
        </p:nvSpPr>
        <p:spPr>
          <a:xfrm>
            <a:off x="11853361" y="6282249"/>
            <a:ext cx="29152" cy="109320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oundrect 161"/>
          <p:cNvSpPr/>
          <p:nvPr/>
        </p:nvSpPr>
        <p:spPr>
          <a:xfrm>
            <a:off x="338334" y="4963122"/>
            <a:ext cx="94744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oundrect 162"/>
          <p:cNvSpPr/>
          <p:nvPr/>
        </p:nvSpPr>
        <p:spPr>
          <a:xfrm>
            <a:off x="294606" y="5006850"/>
            <a:ext cx="29152" cy="58304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oundrect 163"/>
          <p:cNvSpPr/>
          <p:nvPr/>
        </p:nvSpPr>
        <p:spPr>
          <a:xfrm>
            <a:off x="11736753" y="4963122"/>
            <a:ext cx="94744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oundrect 164"/>
          <p:cNvSpPr/>
          <p:nvPr/>
        </p:nvSpPr>
        <p:spPr>
          <a:xfrm>
            <a:off x="11853361" y="5006850"/>
            <a:ext cx="29152" cy="6559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oundrect 165"/>
          <p:cNvSpPr/>
          <p:nvPr/>
        </p:nvSpPr>
        <p:spPr>
          <a:xfrm>
            <a:off x="294606" y="6435296"/>
            <a:ext cx="29152" cy="58304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oundrect 166"/>
          <p:cNvSpPr/>
          <p:nvPr/>
        </p:nvSpPr>
        <p:spPr>
          <a:xfrm>
            <a:off x="331046" y="6500888"/>
            <a:ext cx="102032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oundrect 167"/>
          <p:cNvSpPr/>
          <p:nvPr/>
        </p:nvSpPr>
        <p:spPr>
          <a:xfrm>
            <a:off x="11853361" y="6435296"/>
            <a:ext cx="29152" cy="58304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oundrect 168"/>
          <p:cNvSpPr/>
          <p:nvPr/>
        </p:nvSpPr>
        <p:spPr>
          <a:xfrm>
            <a:off x="11736753" y="6500888"/>
            <a:ext cx="94744" cy="29152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oundrect 169"/>
          <p:cNvSpPr/>
          <p:nvPr/>
        </p:nvSpPr>
        <p:spPr>
          <a:xfrm>
            <a:off x="2910995" y="5101594"/>
            <a:ext cx="4285339" cy="553887"/>
          </a:xfrm>
          <a:prstGeom prst="roundRect">
            <a:avLst>
              <a:gd name="adj" fmla="val 6579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oundrect 170"/>
          <p:cNvSpPr/>
          <p:nvPr/>
        </p:nvSpPr>
        <p:spPr>
          <a:xfrm>
            <a:off x="7298366" y="5101594"/>
            <a:ext cx="4248899" cy="553887"/>
          </a:xfrm>
          <a:prstGeom prst="roundRect">
            <a:avLst>
              <a:gd name="adj" fmla="val 6579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oundrect 171"/>
          <p:cNvSpPr/>
          <p:nvPr/>
        </p:nvSpPr>
        <p:spPr>
          <a:xfrm>
            <a:off x="2910995" y="5779377"/>
            <a:ext cx="4285339" cy="568463"/>
          </a:xfrm>
          <a:prstGeom prst="roundRect">
            <a:avLst>
              <a:gd name="adj" fmla="val 6410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oundrect 172"/>
          <p:cNvSpPr/>
          <p:nvPr/>
        </p:nvSpPr>
        <p:spPr>
          <a:xfrm>
            <a:off x="7298366" y="5779377"/>
            <a:ext cx="4248899" cy="568463"/>
          </a:xfrm>
          <a:prstGeom prst="roundRect">
            <a:avLst>
              <a:gd name="adj" fmla="val 6410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338334" y="233216"/>
            <a:ext cx="11522315" cy="5174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331046" y="1093199"/>
            <a:ext cx="3556540" cy="481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4339442" y="1093199"/>
            <a:ext cx="3527388" cy="481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8384277" y="1093199"/>
            <a:ext cx="3483660" cy="481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309182" y="2295717"/>
            <a:ext cx="3498236" cy="2208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4324866" y="2288429"/>
            <a:ext cx="3483660" cy="2215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8325973" y="2281141"/>
            <a:ext cx="3534676" cy="22228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Roundrect 180"/>
          <p:cNvSpPr/>
          <p:nvPr/>
        </p:nvSpPr>
        <p:spPr>
          <a:xfrm>
            <a:off x="2932859" y="5123458"/>
            <a:ext cx="4241611" cy="51015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Roundrect 181"/>
          <p:cNvSpPr/>
          <p:nvPr/>
        </p:nvSpPr>
        <p:spPr>
          <a:xfrm>
            <a:off x="7320230" y="5123458"/>
            <a:ext cx="4205171" cy="51015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Roundrect 182"/>
          <p:cNvSpPr/>
          <p:nvPr/>
        </p:nvSpPr>
        <p:spPr>
          <a:xfrm>
            <a:off x="2932859" y="5801241"/>
            <a:ext cx="4241611" cy="52473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Roundrect 183"/>
          <p:cNvSpPr/>
          <p:nvPr/>
        </p:nvSpPr>
        <p:spPr>
          <a:xfrm>
            <a:off x="7320230" y="5801241"/>
            <a:ext cx="4205171" cy="52473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Roundrect 184"/>
          <p:cNvSpPr/>
          <p:nvPr/>
        </p:nvSpPr>
        <p:spPr>
          <a:xfrm>
            <a:off x="454942" y="2958925"/>
            <a:ext cx="3206716" cy="634055"/>
          </a:xfrm>
          <a:prstGeom prst="roundRect">
            <a:avLst>
              <a:gd name="adj" fmla="val 9195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oundrect 185"/>
          <p:cNvSpPr/>
          <p:nvPr/>
        </p:nvSpPr>
        <p:spPr>
          <a:xfrm>
            <a:off x="454942" y="3731452"/>
            <a:ext cx="3206716" cy="626767"/>
          </a:xfrm>
          <a:prstGeom prst="roundRect">
            <a:avLst>
              <a:gd name="adj" fmla="val 9302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oundrect 186"/>
          <p:cNvSpPr/>
          <p:nvPr/>
        </p:nvSpPr>
        <p:spPr>
          <a:xfrm>
            <a:off x="4470625" y="2958925"/>
            <a:ext cx="3192140" cy="634055"/>
          </a:xfrm>
          <a:prstGeom prst="roundRect">
            <a:avLst>
              <a:gd name="adj" fmla="val 9195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oundrect 187"/>
          <p:cNvSpPr/>
          <p:nvPr/>
        </p:nvSpPr>
        <p:spPr>
          <a:xfrm>
            <a:off x="4470625" y="3731452"/>
            <a:ext cx="3192140" cy="626767"/>
          </a:xfrm>
          <a:prstGeom prst="roundRect">
            <a:avLst>
              <a:gd name="adj" fmla="val 9302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oundrect 188"/>
          <p:cNvSpPr/>
          <p:nvPr/>
        </p:nvSpPr>
        <p:spPr>
          <a:xfrm>
            <a:off x="8493597" y="2958925"/>
            <a:ext cx="3214004" cy="634055"/>
          </a:xfrm>
          <a:prstGeom prst="roundRect">
            <a:avLst>
              <a:gd name="adj" fmla="val 9195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oundrect 189"/>
          <p:cNvSpPr/>
          <p:nvPr/>
        </p:nvSpPr>
        <p:spPr>
          <a:xfrm>
            <a:off x="8493597" y="3731452"/>
            <a:ext cx="3214004" cy="626767"/>
          </a:xfrm>
          <a:prstGeom prst="roundRect">
            <a:avLst>
              <a:gd name="adj" fmla="val 9302"/>
            </a:avLst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oundrect 190"/>
          <p:cNvSpPr/>
          <p:nvPr/>
        </p:nvSpPr>
        <p:spPr>
          <a:xfrm>
            <a:off x="2663204" y="5218202"/>
            <a:ext cx="29152" cy="1049471"/>
          </a:xfrm>
          <a:prstGeom prst="roundRect">
            <a:avLst>
              <a:gd name="adj" fmla="val 50000"/>
            </a:avLst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oundrect 191"/>
          <p:cNvSpPr/>
          <p:nvPr/>
        </p:nvSpPr>
        <p:spPr>
          <a:xfrm>
            <a:off x="476806" y="2980789"/>
            <a:ext cx="3162988" cy="590327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oundrect 192"/>
          <p:cNvSpPr/>
          <p:nvPr/>
        </p:nvSpPr>
        <p:spPr>
          <a:xfrm>
            <a:off x="476806" y="3753316"/>
            <a:ext cx="3162988" cy="58303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oundrect 193"/>
          <p:cNvSpPr/>
          <p:nvPr/>
        </p:nvSpPr>
        <p:spPr>
          <a:xfrm>
            <a:off x="4492489" y="2980789"/>
            <a:ext cx="3148412" cy="590327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oundrect 194"/>
          <p:cNvSpPr/>
          <p:nvPr/>
        </p:nvSpPr>
        <p:spPr>
          <a:xfrm>
            <a:off x="4492489" y="3753316"/>
            <a:ext cx="3148412" cy="58303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oundrect 195"/>
          <p:cNvSpPr/>
          <p:nvPr/>
        </p:nvSpPr>
        <p:spPr>
          <a:xfrm>
            <a:off x="8515461" y="2980789"/>
            <a:ext cx="3170276" cy="590327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oundrect 196"/>
          <p:cNvSpPr/>
          <p:nvPr/>
        </p:nvSpPr>
        <p:spPr>
          <a:xfrm>
            <a:off x="8515461" y="3753316"/>
            <a:ext cx="3170276" cy="58303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469518" y="342536"/>
            <a:ext cx="262368" cy="262368"/>
          </a:xfrm>
          <a:prstGeom prst="ellipse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469518" y="1202519"/>
            <a:ext cx="255080" cy="255080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4470625" y="1202519"/>
            <a:ext cx="255080" cy="255080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8515461" y="1202519"/>
            <a:ext cx="255080" cy="255080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462230" y="2485205"/>
            <a:ext cx="276944" cy="284232"/>
          </a:xfrm>
          <a:prstGeom prst="rect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629854" y="3148412"/>
            <a:ext cx="262368" cy="262368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629854" y="3913651"/>
            <a:ext cx="262368" cy="262368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4499777" y="2485205"/>
            <a:ext cx="269656" cy="284232"/>
          </a:xfrm>
          <a:prstGeom prst="rect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4645537" y="3148412"/>
            <a:ext cx="262368" cy="262368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4645537" y="3913651"/>
            <a:ext cx="262368" cy="262368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8515461" y="2485205"/>
            <a:ext cx="269656" cy="284232"/>
          </a:xfrm>
          <a:prstGeom prst="rect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8675797" y="3148412"/>
            <a:ext cx="262368" cy="262368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8675797" y="3913651"/>
            <a:ext cx="262368" cy="262368"/>
          </a:xfrm>
          <a:prstGeom prst="ellipse">
            <a:avLst/>
          </a:prstGeom>
          <a:solidFill>
            <a:srgbClr val="064A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578838" y="5546162"/>
            <a:ext cx="335248" cy="327960"/>
          </a:xfrm>
          <a:prstGeom prst="rect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3246243" y="5261930"/>
            <a:ext cx="262368" cy="262368"/>
          </a:xfrm>
          <a:prstGeom prst="ellipse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7640902" y="5247354"/>
            <a:ext cx="262368" cy="262368"/>
          </a:xfrm>
          <a:prstGeom prst="ellipse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3246243" y="5932425"/>
            <a:ext cx="262368" cy="262368"/>
          </a:xfrm>
          <a:prstGeom prst="ellipse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7640902" y="5932425"/>
            <a:ext cx="262368" cy="262368"/>
          </a:xfrm>
          <a:prstGeom prst="ellipse">
            <a:avLst/>
          </a:prstGeom>
          <a:solidFill>
            <a:srgbClr val="0635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498670" y="371688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498670" y="1231671"/>
            <a:ext cx="196776" cy="196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4499777" y="1231671"/>
            <a:ext cx="196776" cy="196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8544613" y="1231671"/>
            <a:ext cx="196776" cy="196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491382" y="2514357"/>
            <a:ext cx="218640" cy="225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Ellipse 220"/>
          <p:cNvSpPr/>
          <p:nvPr/>
        </p:nvSpPr>
        <p:spPr>
          <a:xfrm>
            <a:off x="659006" y="3177564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Ellipse 221"/>
          <p:cNvSpPr/>
          <p:nvPr/>
        </p:nvSpPr>
        <p:spPr>
          <a:xfrm>
            <a:off x="659006" y="3942803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4528929" y="2514357"/>
            <a:ext cx="211352" cy="225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Ellipse 223"/>
          <p:cNvSpPr/>
          <p:nvPr/>
        </p:nvSpPr>
        <p:spPr>
          <a:xfrm>
            <a:off x="4674689" y="3177564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Ellipse 224"/>
          <p:cNvSpPr/>
          <p:nvPr/>
        </p:nvSpPr>
        <p:spPr>
          <a:xfrm>
            <a:off x="4674689" y="3942803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8544613" y="2514357"/>
            <a:ext cx="211352" cy="225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Ellipse 226"/>
          <p:cNvSpPr/>
          <p:nvPr/>
        </p:nvSpPr>
        <p:spPr>
          <a:xfrm>
            <a:off x="8704949" y="3177564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Ellipse 227"/>
          <p:cNvSpPr/>
          <p:nvPr/>
        </p:nvSpPr>
        <p:spPr>
          <a:xfrm>
            <a:off x="8704949" y="3942803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607990" y="5575313"/>
            <a:ext cx="276944" cy="269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Ellipse 229"/>
          <p:cNvSpPr/>
          <p:nvPr/>
        </p:nvSpPr>
        <p:spPr>
          <a:xfrm>
            <a:off x="3275395" y="5291082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Ellipse 230"/>
          <p:cNvSpPr/>
          <p:nvPr/>
        </p:nvSpPr>
        <p:spPr>
          <a:xfrm>
            <a:off x="7670054" y="5276506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Ellipse 231"/>
          <p:cNvSpPr/>
          <p:nvPr/>
        </p:nvSpPr>
        <p:spPr>
          <a:xfrm>
            <a:off x="3275395" y="5961577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Ellipse 232"/>
          <p:cNvSpPr/>
          <p:nvPr/>
        </p:nvSpPr>
        <p:spPr>
          <a:xfrm>
            <a:off x="7670054" y="5961577"/>
            <a:ext cx="204064" cy="204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TextBox 233"/>
          <p:cNvSpPr txBox="1"/>
          <p:nvPr/>
        </p:nvSpPr>
        <p:spPr>
          <a:xfrm>
            <a:off x="4332154" y="276944"/>
            <a:ext cx="1435734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课程答疑</a:t>
            </a:r>
            <a:endParaRPr lang="zh-CN" sz="2350"/>
          </a:p>
        </p:txBody>
      </p:sp>
      <p:sp>
        <p:nvSpPr>
          <p:cNvPr id="234" name="TextBox 234"/>
          <p:cNvSpPr txBox="1"/>
          <p:nvPr/>
        </p:nvSpPr>
        <p:spPr>
          <a:xfrm>
            <a:off x="6001104" y="276944"/>
            <a:ext cx="2062502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文献学习辅助</a:t>
            </a:r>
            <a:endParaRPr lang="zh-CN" sz="2350"/>
          </a:p>
        </p:txBody>
      </p:sp>
      <p:sp>
        <p:nvSpPr>
          <p:cNvPr id="235" name="TextBox 235"/>
          <p:cNvSpPr txBox="1"/>
          <p:nvPr/>
        </p:nvSpPr>
        <p:spPr>
          <a:xfrm>
            <a:off x="1635597" y="1144215"/>
            <a:ext cx="1136927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任务目标</a:t>
            </a:r>
            <a:endParaRPr lang="zh-CN" sz="1950"/>
          </a:p>
        </p:txBody>
      </p:sp>
      <p:sp>
        <p:nvSpPr>
          <p:cNvPr id="236" name="TextBox 236"/>
          <p:cNvSpPr txBox="1"/>
          <p:nvPr/>
        </p:nvSpPr>
        <p:spPr>
          <a:xfrm>
            <a:off x="5556536" y="1144215"/>
            <a:ext cx="1056759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帮助边界</a:t>
            </a:r>
            <a:endParaRPr lang="zh-CN" sz="1950"/>
          </a:p>
        </p:txBody>
      </p:sp>
      <p:sp>
        <p:nvSpPr>
          <p:cNvPr id="237" name="TextBox 237"/>
          <p:cNvSpPr txBox="1"/>
          <p:nvPr/>
        </p:nvSpPr>
        <p:spPr>
          <a:xfrm>
            <a:off x="9550356" y="1144215"/>
            <a:ext cx="1129639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数据授权</a:t>
            </a:r>
            <a:endParaRPr lang="zh-CN" sz="1950"/>
          </a:p>
        </p:txBody>
      </p:sp>
      <p:sp>
        <p:nvSpPr>
          <p:cNvPr id="238" name="TextBox 238"/>
          <p:cNvSpPr txBox="1"/>
          <p:nvPr/>
        </p:nvSpPr>
        <p:spPr>
          <a:xfrm>
            <a:off x="1212893" y="2405037"/>
            <a:ext cx="1807422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R1 风险表征</a:t>
            </a:r>
            <a:endParaRPr lang="zh-CN" sz="2350"/>
          </a:p>
        </p:txBody>
      </p:sp>
      <p:sp>
        <p:nvSpPr>
          <p:cNvPr id="239" name="TextBox 239"/>
          <p:cNvSpPr txBox="1"/>
          <p:nvPr/>
        </p:nvSpPr>
        <p:spPr>
          <a:xfrm>
            <a:off x="1446109" y="3082820"/>
            <a:ext cx="1333702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类别与证据</a:t>
            </a:r>
            <a:endParaRPr lang="zh-CN" sz="1950"/>
          </a:p>
        </p:txBody>
      </p:sp>
      <p:sp>
        <p:nvSpPr>
          <p:cNvPr id="240" name="TextBox 240"/>
          <p:cNvSpPr txBox="1"/>
          <p:nvPr/>
        </p:nvSpPr>
        <p:spPr>
          <a:xfrm>
            <a:off x="1548141" y="3855348"/>
            <a:ext cx="1115063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标注依据</a:t>
            </a:r>
            <a:endParaRPr lang="zh-CN" sz="1950"/>
          </a:p>
        </p:txBody>
      </p:sp>
      <p:sp>
        <p:nvSpPr>
          <p:cNvPr id="241" name="TextBox 241"/>
          <p:cNvSpPr txBox="1"/>
          <p:nvPr/>
        </p:nvSpPr>
        <p:spPr>
          <a:xfrm>
            <a:off x="5221289" y="2405037"/>
            <a:ext cx="1851150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R2 轨迹评测</a:t>
            </a:r>
            <a:endParaRPr lang="zh-CN" sz="2350"/>
          </a:p>
        </p:txBody>
      </p:sp>
      <p:sp>
        <p:nvSpPr>
          <p:cNvPr id="242" name="TextBox 242"/>
          <p:cNvSpPr txBox="1"/>
          <p:nvPr/>
        </p:nvSpPr>
        <p:spPr>
          <a:xfrm>
            <a:off x="5592976" y="3082820"/>
            <a:ext cx="1115063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前缀风险</a:t>
            </a:r>
            <a:endParaRPr lang="zh-CN" sz="1950"/>
          </a:p>
        </p:txBody>
      </p:sp>
      <p:sp>
        <p:nvSpPr>
          <p:cNvPr id="243" name="TextBox 243"/>
          <p:cNvSpPr txBox="1"/>
          <p:nvPr/>
        </p:nvSpPr>
        <p:spPr>
          <a:xfrm>
            <a:off x="5592976" y="3855348"/>
            <a:ext cx="1115063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校准参数</a:t>
            </a:r>
            <a:endParaRPr lang="zh-CN" sz="1950"/>
          </a:p>
        </p:txBody>
      </p:sp>
      <p:sp>
        <p:nvSpPr>
          <p:cNvPr id="244" name="TextBox 244"/>
          <p:cNvSpPr txBox="1"/>
          <p:nvPr/>
        </p:nvSpPr>
        <p:spPr>
          <a:xfrm>
            <a:off x="9295276" y="2405037"/>
            <a:ext cx="1807422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R3 监测干预</a:t>
            </a:r>
            <a:endParaRPr lang="zh-CN" sz="2350"/>
          </a:p>
        </p:txBody>
      </p:sp>
      <p:sp>
        <p:nvSpPr>
          <p:cNvPr id="245" name="TextBox 245"/>
          <p:cNvSpPr txBox="1"/>
          <p:nvPr/>
        </p:nvSpPr>
        <p:spPr>
          <a:xfrm>
            <a:off x="9637811" y="3082820"/>
            <a:ext cx="1115063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分级处置</a:t>
            </a:r>
            <a:endParaRPr lang="zh-CN" sz="1950"/>
          </a:p>
        </p:txBody>
      </p:sp>
      <p:sp>
        <p:nvSpPr>
          <p:cNvPr id="246" name="TextBox 246"/>
          <p:cNvSpPr txBox="1"/>
          <p:nvPr/>
        </p:nvSpPr>
        <p:spPr>
          <a:xfrm>
            <a:off x="9637811" y="3855348"/>
            <a:ext cx="1115063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分支后果</a:t>
            </a:r>
            <a:endParaRPr lang="zh-CN" sz="1950"/>
          </a:p>
        </p:txBody>
      </p:sp>
      <p:sp>
        <p:nvSpPr>
          <p:cNvPr id="247" name="TextBox 247"/>
          <p:cNvSpPr txBox="1"/>
          <p:nvPr/>
        </p:nvSpPr>
        <p:spPr>
          <a:xfrm>
            <a:off x="1103573" y="5480570"/>
            <a:ext cx="1275399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独立验证</a:t>
            </a:r>
            <a:endParaRPr lang="zh-CN" sz="2350"/>
          </a:p>
        </p:txBody>
      </p:sp>
      <p:sp>
        <p:nvSpPr>
          <p:cNvPr id="248" name="TextBox 248"/>
          <p:cNvSpPr txBox="1"/>
          <p:nvPr/>
        </p:nvSpPr>
        <p:spPr>
          <a:xfrm>
            <a:off x="4412322" y="5167186"/>
            <a:ext cx="1166079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  <a:endParaRPr lang="zh-CN" sz="1950"/>
          </a:p>
        </p:txBody>
      </p:sp>
      <p:sp>
        <p:nvSpPr>
          <p:cNvPr id="249" name="TextBox 249"/>
          <p:cNvSpPr txBox="1"/>
          <p:nvPr/>
        </p:nvSpPr>
        <p:spPr>
          <a:xfrm>
            <a:off x="8734101" y="5167186"/>
            <a:ext cx="1362854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动作前告警</a:t>
            </a:r>
            <a:endParaRPr lang="zh-CN" sz="1950"/>
          </a:p>
        </p:txBody>
      </p:sp>
      <p:sp>
        <p:nvSpPr>
          <p:cNvPr id="250" name="TextBox 250"/>
          <p:cNvSpPr txBox="1"/>
          <p:nvPr/>
        </p:nvSpPr>
        <p:spPr>
          <a:xfrm>
            <a:off x="4412322" y="5844969"/>
            <a:ext cx="1166079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正常完成</a:t>
            </a:r>
            <a:endParaRPr lang="zh-CN" sz="1950"/>
          </a:p>
        </p:txBody>
      </p:sp>
      <p:sp>
        <p:nvSpPr>
          <p:cNvPr id="251" name="TextBox 251"/>
          <p:cNvSpPr txBox="1"/>
          <p:nvPr/>
        </p:nvSpPr>
        <p:spPr>
          <a:xfrm>
            <a:off x="8734101" y="5844969"/>
            <a:ext cx="1224383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人工负担</a:t>
            </a:r>
            <a:endParaRPr lang="zh-CN" sz="1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 flipV="1">
            <a:off x="2830827" y="1337336"/>
            <a:ext cx="1358413" cy="1111429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2830827" y="2521645"/>
            <a:ext cx="1333702" cy="0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2830827" y="2587237"/>
            <a:ext cx="1362740" cy="1259502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7589886" y="1253535"/>
            <a:ext cx="335248" cy="0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7589886" y="2550797"/>
            <a:ext cx="335248" cy="0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7589886" y="3884499"/>
            <a:ext cx="335248" cy="0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7925133" y="1253535"/>
            <a:ext cx="0" cy="2630965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7925133" y="1253535"/>
            <a:ext cx="787103" cy="0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0330171" y="1749118"/>
            <a:ext cx="0" cy="284232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0330171" y="3075532"/>
            <a:ext cx="0" cy="284232"/>
          </a:xfrm>
          <a:prstGeom prst="line">
            <a:avLst/>
          </a:prstGeom>
          <a:noFill/>
          <a:ln w="26670">
            <a:solidFill>
              <a:srgbClr val="333333"/>
            </a:solidFill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4114888" y="1268111"/>
            <a:ext cx="158962" cy="14870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2542" y="21600"/>
                </a:lnTo>
                <a:lnTo>
                  <a:pt x="10103" y="10055"/>
                </a:lnTo>
                <a:lnTo>
                  <a:pt x="0" y="5214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lygon 13"/>
          <p:cNvSpPr/>
          <p:nvPr/>
        </p:nvSpPr>
        <p:spPr>
          <a:xfrm>
            <a:off x="4128090" y="2448765"/>
            <a:ext cx="145760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540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olygon 14"/>
          <p:cNvSpPr/>
          <p:nvPr/>
        </p:nvSpPr>
        <p:spPr>
          <a:xfrm>
            <a:off x="4117340" y="3768485"/>
            <a:ext cx="156509" cy="1524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0" y="15166"/>
                </a:lnTo>
                <a:lnTo>
                  <a:pt x="10520" y="11087"/>
                </a:lnTo>
                <a:lnTo>
                  <a:pt x="1365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olygon 15"/>
          <p:cNvSpPr/>
          <p:nvPr/>
        </p:nvSpPr>
        <p:spPr>
          <a:xfrm>
            <a:off x="8675797" y="1180655"/>
            <a:ext cx="145760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540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lygon 16"/>
          <p:cNvSpPr/>
          <p:nvPr/>
        </p:nvSpPr>
        <p:spPr>
          <a:xfrm>
            <a:off x="10257291" y="1996910"/>
            <a:ext cx="145760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10800" y="5400"/>
                </a:lnTo>
                <a:lnTo>
                  <a:pt x="2160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olygon 17"/>
          <p:cNvSpPr/>
          <p:nvPr/>
        </p:nvSpPr>
        <p:spPr>
          <a:xfrm>
            <a:off x="10257291" y="3323324"/>
            <a:ext cx="145760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10800" y="5400"/>
                </a:lnTo>
                <a:lnTo>
                  <a:pt x="2160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03926" y="728799"/>
            <a:ext cx="2441477" cy="3600268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593414" y="1122351"/>
            <a:ext cx="2047926" cy="757951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593414" y="2193685"/>
            <a:ext cx="2047926" cy="757951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593414" y="3272308"/>
            <a:ext cx="2047926" cy="757951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4324866" y="808967"/>
            <a:ext cx="3265020" cy="983879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4324866" y="2091654"/>
            <a:ext cx="3265020" cy="983879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324866" y="3396204"/>
            <a:ext cx="3265020" cy="983879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8879860" y="816255"/>
            <a:ext cx="2864181" cy="932863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8879860" y="2171821"/>
            <a:ext cx="2864181" cy="903711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8879860" y="3490948"/>
            <a:ext cx="2864181" cy="910999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11634721" y="4882954"/>
            <a:ext cx="12704" cy="555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1647425" y="4883509"/>
            <a:ext cx="12607" cy="166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1660032" y="4885169"/>
            <a:ext cx="12414" cy="275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1672447" y="4887921"/>
            <a:ext cx="12127" cy="382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11684574" y="4891745"/>
            <a:ext cx="11748" cy="4866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1696322" y="4896611"/>
            <a:ext cx="11279" cy="587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1707601" y="4902482"/>
            <a:ext cx="3266" cy="2081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1739251" y="4927242"/>
            <a:ext cx="7128" cy="777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1746380" y="4935022"/>
            <a:ext cx="7741" cy="1008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1754121" y="4945110"/>
            <a:ext cx="6832" cy="1072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1760953" y="4955834"/>
            <a:ext cx="5872" cy="1127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1766824" y="4967113"/>
            <a:ext cx="4866" cy="1174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11771691" y="4978861"/>
            <a:ext cx="3824" cy="1212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1775514" y="4990989"/>
            <a:ext cx="1307" cy="589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11780481" y="5033044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1780481" y="5149651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11780481" y="5266259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1780481" y="5382867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11780481" y="5499475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1780481" y="5616083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1780481" y="5732691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1780481" y="5849299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11780481" y="5965906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 flipH="1">
            <a:off x="11779926" y="6082510"/>
            <a:ext cx="366" cy="837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H="1">
            <a:off x="11778267" y="6090889"/>
            <a:ext cx="1660" cy="1260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 flipH="1">
            <a:off x="11775514" y="6103496"/>
            <a:ext cx="2752" cy="1241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>
            <a:off x="11771691" y="6115910"/>
            <a:ext cx="3824" cy="1212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 flipH="1">
            <a:off x="11766824" y="6128038"/>
            <a:ext cx="4866" cy="1174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 flipH="1">
            <a:off x="11760953" y="6139786"/>
            <a:ext cx="5872" cy="1127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H="1">
            <a:off x="11756546" y="6151065"/>
            <a:ext cx="4407" cy="691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H="1">
            <a:off x="11728414" y="6185640"/>
            <a:ext cx="4587" cy="4203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H="1">
            <a:off x="11718326" y="6189843"/>
            <a:ext cx="10088" cy="7741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 flipH="1">
            <a:off x="11707601" y="6197584"/>
            <a:ext cx="10724" cy="683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 flipH="1">
            <a:off x="11696322" y="6204417"/>
            <a:ext cx="11279" cy="587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H="1">
            <a:off x="11684574" y="6210288"/>
            <a:ext cx="11748" cy="4866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H="1">
            <a:off x="11672447" y="6215154"/>
            <a:ext cx="12127" cy="382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H="1">
            <a:off x="11662326" y="6218978"/>
            <a:ext cx="10121" cy="224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 flipH="1">
            <a:off x="1154589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>
            <a:off x="1142928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H="1">
            <a:off x="1131267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 flipH="1">
            <a:off x="1119607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H="1">
            <a:off x="1107946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>
            <a:off x="1096285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H="1">
            <a:off x="1084624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H="1">
            <a:off x="1072963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H="1">
            <a:off x="1061303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H="1">
            <a:off x="1049642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H="1">
            <a:off x="1037981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 flipH="1">
            <a:off x="1026320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>
            <a:off x="1014660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 flipH="1">
            <a:off x="1002999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 flipH="1">
            <a:off x="991338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 flipH="1">
            <a:off x="979677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 flipH="1">
            <a:off x="968016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 flipH="1">
            <a:off x="956356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 flipH="1">
            <a:off x="944695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 flipH="1">
            <a:off x="933034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H="1">
            <a:off x="921373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 flipH="1">
            <a:off x="909712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 flipH="1">
            <a:off x="898052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 flipH="1">
            <a:off x="886391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H="1">
            <a:off x="874730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H="1">
            <a:off x="863069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 flipH="1">
            <a:off x="851409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H="1">
            <a:off x="839748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H="1">
            <a:off x="828087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H="1">
            <a:off x="816426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 flipH="1">
            <a:off x="804765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H="1">
            <a:off x="793105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 flipH="1">
            <a:off x="781444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H="1">
            <a:off x="769783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H="1">
            <a:off x="758122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 flipH="1">
            <a:off x="746461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H="1">
            <a:off x="734801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>
            <a:off x="723140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>
            <a:off x="711479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>
            <a:off x="699818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 flipH="1">
            <a:off x="688158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H="1">
            <a:off x="676497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H="1">
            <a:off x="664836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H="1">
            <a:off x="653175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 flipH="1">
            <a:off x="641514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 flipH="1">
            <a:off x="629854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 flipH="1">
            <a:off x="618193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H="1">
            <a:off x="606532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 flipH="1">
            <a:off x="594871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 flipH="1">
            <a:off x="583210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H="1">
            <a:off x="571550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 flipH="1">
            <a:off x="559889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 flipH="1">
            <a:off x="548228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H="1">
            <a:off x="536567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H="1">
            <a:off x="524907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H="1">
            <a:off x="513246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H="1">
            <a:off x="501585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H="1">
            <a:off x="489924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 flipH="1">
            <a:off x="478263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H="1">
            <a:off x="466603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 flipH="1">
            <a:off x="454942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 flipH="1">
            <a:off x="443281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 flipH="1">
            <a:off x="431620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H="1">
            <a:off x="419959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 flipH="1">
            <a:off x="408299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H="1">
            <a:off x="396638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 flipH="1">
            <a:off x="384977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 flipH="1">
            <a:off x="373316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 flipH="1">
            <a:off x="361656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 flipH="1">
            <a:off x="349995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 flipH="1">
            <a:off x="338334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 flipH="1">
            <a:off x="326673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H="1">
            <a:off x="315012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 flipH="1">
            <a:off x="303352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H="1">
            <a:off x="291691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 flipH="1">
            <a:off x="280030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 flipH="1">
            <a:off x="268369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 flipH="1">
            <a:off x="256708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H="1">
            <a:off x="245048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 flipH="1">
            <a:off x="233387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 flipH="1">
            <a:off x="221726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H="1">
            <a:off x="210065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 flipH="1">
            <a:off x="198405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 flipH="1">
            <a:off x="186744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H="1">
            <a:off x="1750834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 flipH="1">
            <a:off x="1634226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 flipH="1">
            <a:off x="1517618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H="1">
            <a:off x="1401010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 flipH="1">
            <a:off x="1284402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 flipH="1">
            <a:off x="116779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 flipH="1">
            <a:off x="1051187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 flipH="1">
            <a:off x="934579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 flipH="1">
            <a:off x="817971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 flipH="1">
            <a:off x="701363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59" name="Line 159"/>
          <p:cNvSpPr/>
          <p:nvPr/>
        </p:nvSpPr>
        <p:spPr>
          <a:xfrm flipH="1">
            <a:off x="584755" y="6223945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0" name="Line 160"/>
          <p:cNvSpPr/>
          <p:nvPr/>
        </p:nvSpPr>
        <p:spPr>
          <a:xfrm flipH="1" flipV="1">
            <a:off x="536982" y="6223390"/>
            <a:ext cx="11334" cy="495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1" name="Line 161"/>
          <p:cNvSpPr/>
          <p:nvPr/>
        </p:nvSpPr>
        <p:spPr>
          <a:xfrm flipH="1" flipV="1">
            <a:off x="524375" y="6221730"/>
            <a:ext cx="12607" cy="166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2" name="Line 162"/>
          <p:cNvSpPr/>
          <p:nvPr/>
        </p:nvSpPr>
        <p:spPr>
          <a:xfrm flipH="1" flipV="1">
            <a:off x="511961" y="6218978"/>
            <a:ext cx="12414" cy="275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3" name="Line 163"/>
          <p:cNvSpPr/>
          <p:nvPr/>
        </p:nvSpPr>
        <p:spPr>
          <a:xfrm flipH="1" flipV="1">
            <a:off x="499833" y="6215154"/>
            <a:ext cx="12127" cy="382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4" name="Line 164"/>
          <p:cNvSpPr/>
          <p:nvPr/>
        </p:nvSpPr>
        <p:spPr>
          <a:xfrm flipH="1" flipV="1">
            <a:off x="488085" y="6210288"/>
            <a:ext cx="11748" cy="4866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5" name="Line 165"/>
          <p:cNvSpPr/>
          <p:nvPr/>
        </p:nvSpPr>
        <p:spPr>
          <a:xfrm flipH="1" flipV="1">
            <a:off x="476806" y="6204417"/>
            <a:ext cx="11279" cy="587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6" name="Line 166"/>
          <p:cNvSpPr/>
          <p:nvPr/>
        </p:nvSpPr>
        <p:spPr>
          <a:xfrm flipH="1" flipV="1">
            <a:off x="472384" y="6201599"/>
            <a:ext cx="4422" cy="281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7" name="Line 167"/>
          <p:cNvSpPr/>
          <p:nvPr/>
        </p:nvSpPr>
        <p:spPr>
          <a:xfrm flipH="1" flipV="1">
            <a:off x="438028" y="6171878"/>
            <a:ext cx="6202" cy="676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 flipH="1" flipV="1">
            <a:off x="430287" y="6161789"/>
            <a:ext cx="7741" cy="1008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 flipH="1" flipV="1">
            <a:off x="423454" y="6151065"/>
            <a:ext cx="6832" cy="1072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0" name="Line 170"/>
          <p:cNvSpPr/>
          <p:nvPr/>
        </p:nvSpPr>
        <p:spPr>
          <a:xfrm flipH="1" flipV="1">
            <a:off x="417583" y="6139786"/>
            <a:ext cx="5872" cy="1127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1" name="Line 171"/>
          <p:cNvSpPr/>
          <p:nvPr/>
        </p:nvSpPr>
        <p:spPr>
          <a:xfrm flipH="1" flipV="1">
            <a:off x="412717" y="6128038"/>
            <a:ext cx="4866" cy="1174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2" name="Line 172"/>
          <p:cNvSpPr/>
          <p:nvPr/>
        </p:nvSpPr>
        <p:spPr>
          <a:xfrm flipH="1" flipV="1">
            <a:off x="408893" y="6115910"/>
            <a:ext cx="3824" cy="1212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3" name="Line 173"/>
          <p:cNvSpPr/>
          <p:nvPr/>
        </p:nvSpPr>
        <p:spPr>
          <a:xfrm flipH="1" flipV="1">
            <a:off x="407290" y="6108678"/>
            <a:ext cx="1603" cy="723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 flipV="1">
            <a:off x="403926" y="5992317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 flipV="1">
            <a:off x="403926" y="5875709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 flipV="1">
            <a:off x="403926" y="5759101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 flipV="1">
            <a:off x="403926" y="5642493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 flipV="1">
            <a:off x="403926" y="5525885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 flipV="1">
            <a:off x="403926" y="5409278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 flipV="1">
            <a:off x="403926" y="5292670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 flipV="1">
            <a:off x="403926" y="5176062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 flipV="1">
            <a:off x="403926" y="5059454"/>
            <a:ext cx="0" cy="8016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 flipV="1">
            <a:off x="404175" y="5016010"/>
            <a:ext cx="306" cy="700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4" name="Line 184"/>
          <p:cNvSpPr/>
          <p:nvPr/>
        </p:nvSpPr>
        <p:spPr>
          <a:xfrm flipV="1">
            <a:off x="404481" y="5003403"/>
            <a:ext cx="1660" cy="1260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5" name="Line 185"/>
          <p:cNvSpPr/>
          <p:nvPr/>
        </p:nvSpPr>
        <p:spPr>
          <a:xfrm flipV="1">
            <a:off x="406141" y="4990989"/>
            <a:ext cx="2752" cy="1241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6" name="Line 186"/>
          <p:cNvSpPr/>
          <p:nvPr/>
        </p:nvSpPr>
        <p:spPr>
          <a:xfrm flipV="1">
            <a:off x="408893" y="4978861"/>
            <a:ext cx="3824" cy="1212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 flipV="1">
            <a:off x="412717" y="4967113"/>
            <a:ext cx="4866" cy="11748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 flipV="1">
            <a:off x="417583" y="4955834"/>
            <a:ext cx="5872" cy="11279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 flipV="1">
            <a:off x="423454" y="4947761"/>
            <a:ext cx="5143" cy="8073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 flipV="1">
            <a:off x="452417" y="4917056"/>
            <a:ext cx="3577" cy="3277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 flipV="1">
            <a:off x="455993" y="4909315"/>
            <a:ext cx="10088" cy="7741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 flipV="1">
            <a:off x="466082" y="4902482"/>
            <a:ext cx="10724" cy="683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 flipV="1">
            <a:off x="476806" y="4896611"/>
            <a:ext cx="11279" cy="5872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 flipV="1">
            <a:off x="488085" y="4891745"/>
            <a:ext cx="11748" cy="4866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 flipV="1">
            <a:off x="499833" y="4887921"/>
            <a:ext cx="12127" cy="3824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 flipV="1">
            <a:off x="511961" y="4885381"/>
            <a:ext cx="11459" cy="254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>
            <a:off x="55971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>
            <a:off x="67632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>
            <a:off x="79293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>
            <a:off x="90953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>
            <a:off x="102614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>
            <a:off x="114275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>
            <a:off x="125936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>
            <a:off x="137597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>
            <a:off x="149257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>
            <a:off x="160918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>
            <a:off x="172579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>
            <a:off x="184240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>
            <a:off x="195901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207561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1" name="Line 211"/>
          <p:cNvSpPr/>
          <p:nvPr/>
        </p:nvSpPr>
        <p:spPr>
          <a:xfrm>
            <a:off x="219222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>
            <a:off x="230883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>
            <a:off x="242544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>
            <a:off x="254204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5" name="Line 215"/>
          <p:cNvSpPr/>
          <p:nvPr/>
        </p:nvSpPr>
        <p:spPr>
          <a:xfrm>
            <a:off x="265865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6" name="Line 216"/>
          <p:cNvSpPr/>
          <p:nvPr/>
        </p:nvSpPr>
        <p:spPr>
          <a:xfrm>
            <a:off x="277526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7" name="Line 217"/>
          <p:cNvSpPr/>
          <p:nvPr/>
        </p:nvSpPr>
        <p:spPr>
          <a:xfrm>
            <a:off x="289187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8" name="Line 218"/>
          <p:cNvSpPr/>
          <p:nvPr/>
        </p:nvSpPr>
        <p:spPr>
          <a:xfrm>
            <a:off x="300848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19" name="Line 219"/>
          <p:cNvSpPr/>
          <p:nvPr/>
        </p:nvSpPr>
        <p:spPr>
          <a:xfrm>
            <a:off x="312508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0" name="Line 220"/>
          <p:cNvSpPr/>
          <p:nvPr/>
        </p:nvSpPr>
        <p:spPr>
          <a:xfrm>
            <a:off x="324169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>
            <a:off x="335830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>
            <a:off x="347491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>
            <a:off x="359152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>
            <a:off x="370812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>
            <a:off x="382473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>
            <a:off x="394134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>
            <a:off x="405795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>
            <a:off x="417455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>
            <a:off x="429116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440777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452438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464099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475759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>
            <a:off x="487420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>
            <a:off x="499081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>
            <a:off x="510742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522403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>
            <a:off x="534063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>
            <a:off x="545724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0" name="Line 240"/>
          <p:cNvSpPr/>
          <p:nvPr/>
        </p:nvSpPr>
        <p:spPr>
          <a:xfrm>
            <a:off x="557385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569046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580706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>
            <a:off x="592367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>
            <a:off x="604028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>
            <a:off x="615689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>
            <a:off x="627350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>
            <a:off x="639010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>
            <a:off x="650671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>
            <a:off x="662332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>
            <a:off x="673993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>
            <a:off x="685654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2" name="Line 252"/>
          <p:cNvSpPr/>
          <p:nvPr/>
        </p:nvSpPr>
        <p:spPr>
          <a:xfrm>
            <a:off x="697314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3" name="Line 253"/>
          <p:cNvSpPr/>
          <p:nvPr/>
        </p:nvSpPr>
        <p:spPr>
          <a:xfrm>
            <a:off x="708975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720636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732297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743958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755618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>
            <a:off x="767279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>
            <a:off x="778940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>
            <a:off x="790601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1" name="Line 261"/>
          <p:cNvSpPr/>
          <p:nvPr/>
        </p:nvSpPr>
        <p:spPr>
          <a:xfrm>
            <a:off x="802261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2" name="Line 262"/>
          <p:cNvSpPr/>
          <p:nvPr/>
        </p:nvSpPr>
        <p:spPr>
          <a:xfrm>
            <a:off x="813922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3" name="Line 263"/>
          <p:cNvSpPr/>
          <p:nvPr/>
        </p:nvSpPr>
        <p:spPr>
          <a:xfrm>
            <a:off x="825583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4" name="Line 264"/>
          <p:cNvSpPr/>
          <p:nvPr/>
        </p:nvSpPr>
        <p:spPr>
          <a:xfrm>
            <a:off x="837244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5" name="Line 265"/>
          <p:cNvSpPr/>
          <p:nvPr/>
        </p:nvSpPr>
        <p:spPr>
          <a:xfrm>
            <a:off x="848905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6" name="Line 266"/>
          <p:cNvSpPr/>
          <p:nvPr/>
        </p:nvSpPr>
        <p:spPr>
          <a:xfrm>
            <a:off x="860565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7" name="Line 267"/>
          <p:cNvSpPr/>
          <p:nvPr/>
        </p:nvSpPr>
        <p:spPr>
          <a:xfrm>
            <a:off x="872226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8" name="Line 268"/>
          <p:cNvSpPr/>
          <p:nvPr/>
        </p:nvSpPr>
        <p:spPr>
          <a:xfrm>
            <a:off x="883887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69" name="Line 269"/>
          <p:cNvSpPr/>
          <p:nvPr/>
        </p:nvSpPr>
        <p:spPr>
          <a:xfrm>
            <a:off x="895548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0" name="Line 270"/>
          <p:cNvSpPr/>
          <p:nvPr/>
        </p:nvSpPr>
        <p:spPr>
          <a:xfrm>
            <a:off x="907209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1" name="Line 271"/>
          <p:cNvSpPr/>
          <p:nvPr/>
        </p:nvSpPr>
        <p:spPr>
          <a:xfrm>
            <a:off x="918869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2" name="Line 272"/>
          <p:cNvSpPr/>
          <p:nvPr/>
        </p:nvSpPr>
        <p:spPr>
          <a:xfrm>
            <a:off x="930530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3" name="Line 273"/>
          <p:cNvSpPr/>
          <p:nvPr/>
        </p:nvSpPr>
        <p:spPr>
          <a:xfrm>
            <a:off x="942191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4" name="Line 274"/>
          <p:cNvSpPr/>
          <p:nvPr/>
        </p:nvSpPr>
        <p:spPr>
          <a:xfrm>
            <a:off x="953852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5" name="Line 275"/>
          <p:cNvSpPr/>
          <p:nvPr/>
        </p:nvSpPr>
        <p:spPr>
          <a:xfrm>
            <a:off x="965512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6" name="Line 276"/>
          <p:cNvSpPr/>
          <p:nvPr/>
        </p:nvSpPr>
        <p:spPr>
          <a:xfrm>
            <a:off x="977173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7" name="Line 277"/>
          <p:cNvSpPr/>
          <p:nvPr/>
        </p:nvSpPr>
        <p:spPr>
          <a:xfrm>
            <a:off x="988834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8" name="Line 278"/>
          <p:cNvSpPr/>
          <p:nvPr/>
        </p:nvSpPr>
        <p:spPr>
          <a:xfrm>
            <a:off x="1000495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79" name="Line 279"/>
          <p:cNvSpPr/>
          <p:nvPr/>
        </p:nvSpPr>
        <p:spPr>
          <a:xfrm>
            <a:off x="1012156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0" name="Line 280"/>
          <p:cNvSpPr/>
          <p:nvPr/>
        </p:nvSpPr>
        <p:spPr>
          <a:xfrm>
            <a:off x="1023816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1" name="Line 281"/>
          <p:cNvSpPr/>
          <p:nvPr/>
        </p:nvSpPr>
        <p:spPr>
          <a:xfrm>
            <a:off x="10354776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2" name="Line 282"/>
          <p:cNvSpPr/>
          <p:nvPr/>
        </p:nvSpPr>
        <p:spPr>
          <a:xfrm>
            <a:off x="10471384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3" name="Line 283"/>
          <p:cNvSpPr/>
          <p:nvPr/>
        </p:nvSpPr>
        <p:spPr>
          <a:xfrm>
            <a:off x="10587992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4" name="Line 284"/>
          <p:cNvSpPr/>
          <p:nvPr/>
        </p:nvSpPr>
        <p:spPr>
          <a:xfrm>
            <a:off x="10704600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5" name="Line 285"/>
          <p:cNvSpPr/>
          <p:nvPr/>
        </p:nvSpPr>
        <p:spPr>
          <a:xfrm>
            <a:off x="10821208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6" name="Line 286"/>
          <p:cNvSpPr/>
          <p:nvPr/>
        </p:nvSpPr>
        <p:spPr>
          <a:xfrm>
            <a:off x="1093781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7" name="Line 287"/>
          <p:cNvSpPr/>
          <p:nvPr/>
        </p:nvSpPr>
        <p:spPr>
          <a:xfrm>
            <a:off x="11054423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8" name="Line 288"/>
          <p:cNvSpPr/>
          <p:nvPr/>
        </p:nvSpPr>
        <p:spPr>
          <a:xfrm>
            <a:off x="11171031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89" name="Line 289"/>
          <p:cNvSpPr/>
          <p:nvPr/>
        </p:nvSpPr>
        <p:spPr>
          <a:xfrm>
            <a:off x="11287639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0" name="Line 290"/>
          <p:cNvSpPr/>
          <p:nvPr/>
        </p:nvSpPr>
        <p:spPr>
          <a:xfrm>
            <a:off x="11404247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1" name="Line 291"/>
          <p:cNvSpPr/>
          <p:nvPr/>
        </p:nvSpPr>
        <p:spPr>
          <a:xfrm>
            <a:off x="11520855" y="4882954"/>
            <a:ext cx="80168" cy="0"/>
          </a:xfrm>
          <a:prstGeom prst="line">
            <a:avLst/>
          </a:prstGeom>
          <a:noFill/>
          <a:ln w="2413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2" name="Roundrect 292"/>
          <p:cNvSpPr/>
          <p:nvPr/>
        </p:nvSpPr>
        <p:spPr>
          <a:xfrm>
            <a:off x="753750" y="5167186"/>
            <a:ext cx="2966213" cy="83083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3" name="Roundrect 293"/>
          <p:cNvSpPr/>
          <p:nvPr/>
        </p:nvSpPr>
        <p:spPr>
          <a:xfrm>
            <a:off x="4594521" y="5167186"/>
            <a:ext cx="2878757" cy="83083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4" name="Roundrect 294"/>
          <p:cNvSpPr/>
          <p:nvPr/>
        </p:nvSpPr>
        <p:spPr>
          <a:xfrm>
            <a:off x="8318685" y="5167186"/>
            <a:ext cx="3148412" cy="83083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730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5" name="Line 295"/>
          <p:cNvSpPr/>
          <p:nvPr/>
        </p:nvSpPr>
        <p:spPr>
          <a:xfrm>
            <a:off x="4186394" y="5167186"/>
            <a:ext cx="0" cy="823543"/>
          </a:xfrm>
          <a:prstGeom prst="line">
            <a:avLst/>
          </a:prstGeom>
          <a:noFill/>
          <a:ln w="2667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6" name="Line 296"/>
          <p:cNvSpPr/>
          <p:nvPr/>
        </p:nvSpPr>
        <p:spPr>
          <a:xfrm>
            <a:off x="7895982" y="5167186"/>
            <a:ext cx="0" cy="823543"/>
          </a:xfrm>
          <a:prstGeom prst="line">
            <a:avLst/>
          </a:prstGeom>
          <a:noFill/>
          <a:ln w="2667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297" name="Ellipse 297"/>
          <p:cNvSpPr/>
          <p:nvPr/>
        </p:nvSpPr>
        <p:spPr>
          <a:xfrm>
            <a:off x="491382" y="553887"/>
            <a:ext cx="291520" cy="29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Rect 298"/>
          <p:cNvSpPr/>
          <p:nvPr/>
        </p:nvSpPr>
        <p:spPr>
          <a:xfrm>
            <a:off x="4419610" y="699647"/>
            <a:ext cx="233216" cy="233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Rect 299"/>
          <p:cNvSpPr/>
          <p:nvPr/>
        </p:nvSpPr>
        <p:spPr>
          <a:xfrm>
            <a:off x="4419610" y="1982334"/>
            <a:ext cx="233216" cy="233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Rect 300"/>
          <p:cNvSpPr/>
          <p:nvPr/>
        </p:nvSpPr>
        <p:spPr>
          <a:xfrm>
            <a:off x="4419610" y="3286884"/>
            <a:ext cx="233216" cy="233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Ellipse 301"/>
          <p:cNvSpPr/>
          <p:nvPr/>
        </p:nvSpPr>
        <p:spPr>
          <a:xfrm>
            <a:off x="8989180" y="677783"/>
            <a:ext cx="291520" cy="29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Ellipse 302"/>
          <p:cNvSpPr/>
          <p:nvPr/>
        </p:nvSpPr>
        <p:spPr>
          <a:xfrm>
            <a:off x="8989180" y="2033350"/>
            <a:ext cx="291520" cy="29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Ellipse 303"/>
          <p:cNvSpPr/>
          <p:nvPr/>
        </p:nvSpPr>
        <p:spPr>
          <a:xfrm>
            <a:off x="8989180" y="3352476"/>
            <a:ext cx="291520" cy="29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Ellipse 304"/>
          <p:cNvSpPr/>
          <p:nvPr/>
        </p:nvSpPr>
        <p:spPr>
          <a:xfrm>
            <a:off x="549686" y="612191"/>
            <a:ext cx="174912" cy="17491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05" name="Ellipse 305"/>
          <p:cNvSpPr/>
          <p:nvPr/>
        </p:nvSpPr>
        <p:spPr>
          <a:xfrm>
            <a:off x="841206" y="1370142"/>
            <a:ext cx="291520" cy="29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06" name="Rect 306"/>
          <p:cNvSpPr/>
          <p:nvPr/>
        </p:nvSpPr>
        <p:spPr>
          <a:xfrm>
            <a:off x="841206" y="2434189"/>
            <a:ext cx="291520" cy="284232"/>
          </a:xfrm>
          <a:prstGeom prst="rect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07" name="Ellipse 307"/>
          <p:cNvSpPr/>
          <p:nvPr/>
        </p:nvSpPr>
        <p:spPr>
          <a:xfrm>
            <a:off x="841206" y="3505524"/>
            <a:ext cx="291520" cy="29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08" name="Rect 308"/>
          <p:cNvSpPr/>
          <p:nvPr/>
        </p:nvSpPr>
        <p:spPr>
          <a:xfrm>
            <a:off x="4463338" y="736087"/>
            <a:ext cx="145760" cy="160336"/>
          </a:xfrm>
          <a:prstGeom prst="rect">
            <a:avLst/>
          </a:prstGeom>
          <a:solidFill>
            <a:srgbClr val="FFFFFF"/>
          </a:solidFill>
          <a:ln w="2984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09" name="Rect 309"/>
          <p:cNvSpPr/>
          <p:nvPr/>
        </p:nvSpPr>
        <p:spPr>
          <a:xfrm>
            <a:off x="4463338" y="2018774"/>
            <a:ext cx="145760" cy="160336"/>
          </a:xfrm>
          <a:prstGeom prst="rect">
            <a:avLst/>
          </a:prstGeom>
          <a:solidFill>
            <a:srgbClr val="FFFFFF"/>
          </a:solidFill>
          <a:ln w="2984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0" name="Rect 310"/>
          <p:cNvSpPr/>
          <p:nvPr/>
        </p:nvSpPr>
        <p:spPr>
          <a:xfrm>
            <a:off x="4463338" y="3323324"/>
            <a:ext cx="145760" cy="160336"/>
          </a:xfrm>
          <a:prstGeom prst="rect">
            <a:avLst/>
          </a:prstGeom>
          <a:solidFill>
            <a:srgbClr val="FFFFFF"/>
          </a:solidFill>
          <a:ln w="29845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1" name="Ellipse 311"/>
          <p:cNvSpPr/>
          <p:nvPr/>
        </p:nvSpPr>
        <p:spPr>
          <a:xfrm>
            <a:off x="9047484" y="736087"/>
            <a:ext cx="174912" cy="17491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2" name="Ellipse 312"/>
          <p:cNvSpPr/>
          <p:nvPr/>
        </p:nvSpPr>
        <p:spPr>
          <a:xfrm>
            <a:off x="9047484" y="2091654"/>
            <a:ext cx="174912" cy="17491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3" name="Ellipse 313"/>
          <p:cNvSpPr/>
          <p:nvPr/>
        </p:nvSpPr>
        <p:spPr>
          <a:xfrm>
            <a:off x="9047484" y="3410780"/>
            <a:ext cx="174912" cy="17491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4" name="Ellipse 314"/>
          <p:cNvSpPr/>
          <p:nvPr/>
        </p:nvSpPr>
        <p:spPr>
          <a:xfrm>
            <a:off x="9390020" y="1122351"/>
            <a:ext cx="320672" cy="3206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5" name="Rect 315"/>
          <p:cNvSpPr/>
          <p:nvPr/>
        </p:nvSpPr>
        <p:spPr>
          <a:xfrm>
            <a:off x="9390020" y="2456053"/>
            <a:ext cx="320672" cy="320672"/>
          </a:xfrm>
          <a:prstGeom prst="rect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6" name="Ellipse 316"/>
          <p:cNvSpPr/>
          <p:nvPr/>
        </p:nvSpPr>
        <p:spPr>
          <a:xfrm>
            <a:off x="9390020" y="3782468"/>
            <a:ext cx="320672" cy="3206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7" name="Ellipse 317"/>
          <p:cNvSpPr/>
          <p:nvPr/>
        </p:nvSpPr>
        <p:spPr>
          <a:xfrm>
            <a:off x="1293061" y="5422266"/>
            <a:ext cx="335248" cy="33524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8" name="Rect 318"/>
          <p:cNvSpPr/>
          <p:nvPr/>
        </p:nvSpPr>
        <p:spPr>
          <a:xfrm>
            <a:off x="5104681" y="5422266"/>
            <a:ext cx="313384" cy="335248"/>
          </a:xfrm>
          <a:prstGeom prst="rect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19" name="Ellipse 319"/>
          <p:cNvSpPr/>
          <p:nvPr/>
        </p:nvSpPr>
        <p:spPr>
          <a:xfrm>
            <a:off x="8836132" y="5422266"/>
            <a:ext cx="335248" cy="33524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C409B"/>
            </a:solidFill>
          </a:ln>
        </p:spPr>
        <p:txBody>
          <a:bodyPr/>
          <a:lstStyle/>
          <a:p/>
        </p:txBody>
      </p:sp>
      <p:sp>
        <p:nvSpPr>
          <p:cNvPr id="320" name="TextBox 320"/>
          <p:cNvSpPr txBox="1"/>
          <p:nvPr/>
        </p:nvSpPr>
        <p:spPr>
          <a:xfrm>
            <a:off x="1293455" y="1319126"/>
            <a:ext cx="1114276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任务目标</a:t>
            </a:r>
            <a:endParaRPr lang="zh-CN" sz="2050"/>
          </a:p>
        </p:txBody>
      </p:sp>
      <p:sp>
        <p:nvSpPr>
          <p:cNvPr id="321" name="TextBox 321"/>
          <p:cNvSpPr txBox="1"/>
          <p:nvPr/>
        </p:nvSpPr>
        <p:spPr>
          <a:xfrm>
            <a:off x="1308031" y="2390461"/>
            <a:ext cx="1114276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帮助边界</a:t>
            </a:r>
            <a:endParaRPr lang="zh-CN" sz="2050"/>
          </a:p>
        </p:txBody>
      </p:sp>
      <p:sp>
        <p:nvSpPr>
          <p:cNvPr id="322" name="TextBox 322"/>
          <p:cNvSpPr txBox="1"/>
          <p:nvPr/>
        </p:nvSpPr>
        <p:spPr>
          <a:xfrm>
            <a:off x="1297099" y="3461796"/>
            <a:ext cx="1114276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数据授权</a:t>
            </a:r>
            <a:endParaRPr lang="zh-CN" sz="2050"/>
          </a:p>
        </p:txBody>
      </p:sp>
      <p:sp>
        <p:nvSpPr>
          <p:cNvPr id="323" name="TextBox 323"/>
          <p:cNvSpPr txBox="1"/>
          <p:nvPr/>
        </p:nvSpPr>
        <p:spPr>
          <a:xfrm>
            <a:off x="4966209" y="1107775"/>
            <a:ext cx="2230125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证据与内容失真</a:t>
            </a:r>
            <a:endParaRPr lang="zh-CN" sz="2400"/>
          </a:p>
        </p:txBody>
      </p:sp>
      <p:sp>
        <p:nvSpPr>
          <p:cNvPr id="324" name="TextBox 324"/>
          <p:cNvSpPr txBox="1"/>
          <p:nvPr/>
        </p:nvSpPr>
        <p:spPr>
          <a:xfrm>
            <a:off x="5053665" y="2383173"/>
            <a:ext cx="1960470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教学支持失配</a:t>
            </a:r>
            <a:endParaRPr lang="zh-CN" sz="2400"/>
          </a:p>
        </p:txBody>
      </p:sp>
      <p:sp>
        <p:nvSpPr>
          <p:cNvPr id="325" name="TextBox 325"/>
          <p:cNvSpPr txBox="1"/>
          <p:nvPr/>
        </p:nvSpPr>
        <p:spPr>
          <a:xfrm>
            <a:off x="4574850" y="3680436"/>
            <a:ext cx="2816068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行动与信息边界违背</a:t>
            </a:r>
            <a:endParaRPr lang="zh-CN" sz="2400"/>
          </a:p>
        </p:txBody>
      </p:sp>
      <p:sp>
        <p:nvSpPr>
          <p:cNvPr id="326" name="TextBox 326"/>
          <p:cNvSpPr txBox="1"/>
          <p:nvPr/>
        </p:nvSpPr>
        <p:spPr>
          <a:xfrm>
            <a:off x="9975653" y="1078623"/>
            <a:ext cx="1292075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独立标注</a:t>
            </a:r>
            <a:endParaRPr lang="zh-CN" sz="2400"/>
          </a:p>
        </p:txBody>
      </p:sp>
      <p:sp>
        <p:nvSpPr>
          <p:cNvPr id="327" name="TextBox 327"/>
          <p:cNvSpPr txBox="1"/>
          <p:nvPr/>
        </p:nvSpPr>
        <p:spPr>
          <a:xfrm>
            <a:off x="9979297" y="2412325"/>
            <a:ext cx="1292075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分歧仲裁</a:t>
            </a:r>
            <a:endParaRPr lang="zh-CN" sz="2400"/>
          </a:p>
        </p:txBody>
      </p:sp>
      <p:sp>
        <p:nvSpPr>
          <p:cNvPr id="328" name="TextBox 328"/>
          <p:cNvSpPr txBox="1"/>
          <p:nvPr/>
        </p:nvSpPr>
        <p:spPr>
          <a:xfrm>
            <a:off x="9975653" y="3731452"/>
            <a:ext cx="1292075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证据案例</a:t>
            </a:r>
            <a:endParaRPr lang="zh-CN" sz="2400"/>
          </a:p>
        </p:txBody>
      </p:sp>
      <p:sp>
        <p:nvSpPr>
          <p:cNvPr id="329" name="TextBox 329"/>
          <p:cNvSpPr txBox="1"/>
          <p:nvPr/>
        </p:nvSpPr>
        <p:spPr>
          <a:xfrm>
            <a:off x="2046102" y="5385826"/>
            <a:ext cx="1190475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明确违背</a:t>
            </a:r>
            <a:endParaRPr lang="zh-CN" sz="2200"/>
          </a:p>
        </p:txBody>
      </p:sp>
      <p:sp>
        <p:nvSpPr>
          <p:cNvPr id="330" name="TextBox 330"/>
          <p:cNvSpPr txBox="1"/>
          <p:nvPr/>
        </p:nvSpPr>
        <p:spPr>
          <a:xfrm>
            <a:off x="5759334" y="5385826"/>
            <a:ext cx="1190475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支持不足</a:t>
            </a:r>
            <a:endParaRPr lang="zh-CN" sz="2200"/>
          </a:p>
        </p:txBody>
      </p:sp>
      <p:sp>
        <p:nvSpPr>
          <p:cNvPr id="331" name="TextBox 331"/>
          <p:cNvSpPr txBox="1"/>
          <p:nvPr/>
        </p:nvSpPr>
        <p:spPr>
          <a:xfrm>
            <a:off x="9500490" y="5385826"/>
            <a:ext cx="1469874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规范不确定</a:t>
            </a:r>
            <a:endParaRPr lang="zh-CN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469518" y="473719"/>
            <a:ext cx="2696557" cy="2514357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813161" y="539311"/>
            <a:ext cx="2674693" cy="962015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813161" y="2047926"/>
            <a:ext cx="2674693" cy="962015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9171380" y="954727"/>
            <a:ext cx="2587237" cy="1559630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469518" y="3425356"/>
            <a:ext cx="11289099" cy="568463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469518" y="983879"/>
            <a:ext cx="2696557" cy="0"/>
          </a:xfrm>
          <a:prstGeom prst="line">
            <a:avLst/>
          </a:prstGeom>
          <a:noFill/>
          <a:ln w="127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469518" y="1486750"/>
            <a:ext cx="2696557" cy="0"/>
          </a:xfrm>
          <a:prstGeom prst="line">
            <a:avLst/>
          </a:prstGeom>
          <a:noFill/>
          <a:ln w="127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469518" y="1989622"/>
            <a:ext cx="2696557" cy="0"/>
          </a:xfrm>
          <a:prstGeom prst="line">
            <a:avLst/>
          </a:prstGeom>
          <a:noFill/>
          <a:ln w="127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469518" y="2492493"/>
            <a:ext cx="2696557" cy="0"/>
          </a:xfrm>
          <a:prstGeom prst="line">
            <a:avLst/>
          </a:prstGeom>
          <a:noFill/>
          <a:ln w="127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9171380" y="1472174"/>
            <a:ext cx="2587237" cy="0"/>
          </a:xfrm>
          <a:prstGeom prst="line">
            <a:avLst/>
          </a:prstGeom>
          <a:noFill/>
          <a:ln w="127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9171380" y="1989622"/>
            <a:ext cx="2587237" cy="0"/>
          </a:xfrm>
          <a:prstGeom prst="line">
            <a:avLst/>
          </a:prstGeom>
          <a:noFill/>
          <a:ln w="127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3166075" y="1705390"/>
            <a:ext cx="634055" cy="0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3989618" y="991167"/>
            <a:ext cx="0" cy="1508614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3989618" y="991167"/>
            <a:ext cx="568463" cy="0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3989618" y="2499781"/>
            <a:ext cx="568463" cy="0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7487854" y="991167"/>
            <a:ext cx="779815" cy="0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7487854" y="2499781"/>
            <a:ext cx="779815" cy="0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267669" y="991167"/>
            <a:ext cx="0" cy="1508614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8267669" y="1712678"/>
            <a:ext cx="663207" cy="0"/>
          </a:xfrm>
          <a:prstGeom prst="line">
            <a:avLst/>
          </a:prstGeom>
          <a:noFill/>
          <a:ln w="26670">
            <a:solidFill>
              <a:srgbClr val="414140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527822" y="4977698"/>
            <a:ext cx="10917411" cy="0"/>
          </a:xfrm>
          <a:prstGeom prst="line">
            <a:avLst/>
          </a:prstGeom>
          <a:noFill/>
          <a:ln w="2667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5826192" y="5757513"/>
            <a:ext cx="0" cy="247792"/>
          </a:xfrm>
          <a:prstGeom prst="line">
            <a:avLst/>
          </a:prstGeom>
          <a:noFill/>
          <a:ln w="1905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5826192" y="6005305"/>
            <a:ext cx="3877211" cy="0"/>
          </a:xfrm>
          <a:prstGeom prst="line">
            <a:avLst/>
          </a:prstGeom>
          <a:noFill/>
          <a:ln w="1905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9703403" y="5757513"/>
            <a:ext cx="0" cy="247792"/>
          </a:xfrm>
          <a:prstGeom prst="line">
            <a:avLst/>
          </a:prstGeom>
          <a:noFill/>
          <a:ln w="1905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25" name="Polygon 25"/>
          <p:cNvSpPr/>
          <p:nvPr/>
        </p:nvSpPr>
        <p:spPr>
          <a:xfrm>
            <a:off x="3800130" y="1614290"/>
            <a:ext cx="160336" cy="182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4141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olygon 26"/>
          <p:cNvSpPr/>
          <p:nvPr/>
        </p:nvSpPr>
        <p:spPr>
          <a:xfrm>
            <a:off x="4558081" y="900067"/>
            <a:ext cx="160336" cy="182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4141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Polygon 27"/>
          <p:cNvSpPr/>
          <p:nvPr/>
        </p:nvSpPr>
        <p:spPr>
          <a:xfrm>
            <a:off x="4558081" y="2408681"/>
            <a:ext cx="160336" cy="182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4141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olygon 28"/>
          <p:cNvSpPr/>
          <p:nvPr/>
        </p:nvSpPr>
        <p:spPr>
          <a:xfrm>
            <a:off x="8930876" y="1621578"/>
            <a:ext cx="160336" cy="182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4141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olygon 29"/>
          <p:cNvSpPr/>
          <p:nvPr/>
        </p:nvSpPr>
        <p:spPr>
          <a:xfrm>
            <a:off x="11445233" y="4886598"/>
            <a:ext cx="160336" cy="182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073B6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839661" y="4525843"/>
            <a:ext cx="0" cy="757951"/>
          </a:xfrm>
          <a:prstGeom prst="line">
            <a:avLst/>
          </a:prstGeom>
          <a:noFill/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5818904" y="4525843"/>
            <a:ext cx="0" cy="757951"/>
          </a:xfrm>
          <a:prstGeom prst="line">
            <a:avLst/>
          </a:prstGeom>
          <a:noFill/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9827299" y="4525843"/>
            <a:ext cx="0" cy="757951"/>
          </a:xfrm>
          <a:prstGeom prst="line">
            <a:avLst/>
          </a:prstGeom>
          <a:noFill/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666294" y="641343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666294" y="1144215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666294" y="1639798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666294" y="2142670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666294" y="2645541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9368156" y="1122351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9368156" y="1639798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9368156" y="2164533"/>
            <a:ext cx="182200" cy="18948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1606445" y="4737194"/>
            <a:ext cx="466431" cy="4882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5585688" y="4737194"/>
            <a:ext cx="466431" cy="4882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9594084" y="4737194"/>
            <a:ext cx="466431" cy="4882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382062" y="349824"/>
            <a:ext cx="196776" cy="204064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4740281" y="437279"/>
            <a:ext cx="189488" cy="204064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4740281" y="1953182"/>
            <a:ext cx="189488" cy="204064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9091212" y="830831"/>
            <a:ext cx="189488" cy="204064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382062" y="3330612"/>
            <a:ext cx="196776" cy="196776"/>
          </a:xfrm>
          <a:prstGeom prst="rect">
            <a:avLst/>
          </a:prstGeom>
          <a:solidFill>
            <a:srgbClr val="FFFFFF"/>
          </a:solidFill>
          <a:ln w="2032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766781" y="4380083"/>
            <a:ext cx="145760" cy="153048"/>
          </a:xfrm>
          <a:prstGeom prst="rect">
            <a:avLst/>
          </a:prstGeom>
          <a:solidFill>
            <a:srgbClr val="FFFFFF"/>
          </a:solidFill>
          <a:ln w="1651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5746024" y="4380083"/>
            <a:ext cx="145760" cy="153048"/>
          </a:xfrm>
          <a:prstGeom prst="rect">
            <a:avLst/>
          </a:prstGeom>
          <a:solidFill>
            <a:srgbClr val="FFFFFF"/>
          </a:solidFill>
          <a:ln w="1651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9754419" y="4380083"/>
            <a:ext cx="145760" cy="153048"/>
          </a:xfrm>
          <a:prstGeom prst="rect">
            <a:avLst/>
          </a:prstGeom>
          <a:solidFill>
            <a:srgbClr val="FFFFFF"/>
          </a:solidFill>
          <a:ln w="16510">
            <a:solidFill>
              <a:srgbClr val="073B6C"/>
            </a:solidFill>
          </a:ln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1092641" y="550243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任务要求</a:t>
            </a:r>
            <a:endParaRPr lang="zh-CN" sz="1850"/>
          </a:p>
        </p:txBody>
      </p:sp>
      <p:sp>
        <p:nvSpPr>
          <p:cNvPr id="53" name="TextBox 53"/>
          <p:cNvSpPr txBox="1"/>
          <p:nvPr/>
        </p:nvSpPr>
        <p:spPr>
          <a:xfrm>
            <a:off x="1092641" y="1053115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外显计划</a:t>
            </a:r>
            <a:endParaRPr lang="zh-CN" sz="1850"/>
          </a:p>
        </p:txBody>
      </p:sp>
      <p:sp>
        <p:nvSpPr>
          <p:cNvPr id="54" name="TextBox 54"/>
          <p:cNvSpPr txBox="1"/>
          <p:nvPr/>
        </p:nvSpPr>
        <p:spPr>
          <a:xfrm>
            <a:off x="1092641" y="1548698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检索回执</a:t>
            </a:r>
            <a:endParaRPr lang="zh-CN" sz="1850"/>
          </a:p>
        </p:txBody>
      </p:sp>
      <p:sp>
        <p:nvSpPr>
          <p:cNvPr id="55" name="TextBox 55"/>
          <p:cNvSpPr txBox="1"/>
          <p:nvPr/>
        </p:nvSpPr>
        <p:spPr>
          <a:xfrm>
            <a:off x="1092641" y="2051570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工具与记忆</a:t>
            </a:r>
            <a:endParaRPr lang="zh-CN" sz="1850"/>
          </a:p>
        </p:txBody>
      </p:sp>
      <p:sp>
        <p:nvSpPr>
          <p:cNvPr id="56" name="TextBox 56"/>
          <p:cNvSpPr txBox="1"/>
          <p:nvPr/>
        </p:nvSpPr>
        <p:spPr>
          <a:xfrm>
            <a:off x="1092641" y="2547153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候选回答</a:t>
            </a:r>
            <a:endParaRPr lang="zh-CN" sz="1850"/>
          </a:p>
        </p:txBody>
      </p:sp>
      <p:sp>
        <p:nvSpPr>
          <p:cNvPr id="57" name="TextBox 57"/>
          <p:cNvSpPr txBox="1"/>
          <p:nvPr/>
        </p:nvSpPr>
        <p:spPr>
          <a:xfrm>
            <a:off x="5512808" y="808967"/>
            <a:ext cx="1275399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规则核验</a:t>
            </a:r>
            <a:endParaRPr lang="zh-CN" sz="2200"/>
          </a:p>
        </p:txBody>
      </p:sp>
      <p:sp>
        <p:nvSpPr>
          <p:cNvPr id="58" name="TextBox 58"/>
          <p:cNvSpPr txBox="1"/>
          <p:nvPr/>
        </p:nvSpPr>
        <p:spPr>
          <a:xfrm>
            <a:off x="5512808" y="2324869"/>
            <a:ext cx="1275399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语义判别</a:t>
            </a:r>
            <a:endParaRPr lang="zh-CN" sz="2200"/>
          </a:p>
        </p:txBody>
      </p:sp>
      <p:sp>
        <p:nvSpPr>
          <p:cNvPr id="59" name="TextBox 59"/>
          <p:cNvSpPr txBox="1"/>
          <p:nvPr/>
        </p:nvSpPr>
        <p:spPr>
          <a:xfrm>
            <a:off x="9761707" y="1034895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分维度风险</a:t>
            </a:r>
            <a:endParaRPr lang="zh-CN" sz="1850"/>
          </a:p>
        </p:txBody>
      </p:sp>
      <p:sp>
        <p:nvSpPr>
          <p:cNvPr id="60" name="TextBox 60"/>
          <p:cNvSpPr txBox="1"/>
          <p:nvPr/>
        </p:nvSpPr>
        <p:spPr>
          <a:xfrm>
            <a:off x="9761707" y="1545054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证据位置</a:t>
            </a:r>
            <a:endParaRPr lang="zh-CN" sz="1850"/>
          </a:p>
        </p:txBody>
      </p:sp>
      <p:sp>
        <p:nvSpPr>
          <p:cNvPr id="61" name="TextBox 61"/>
          <p:cNvSpPr txBox="1"/>
          <p:nvPr/>
        </p:nvSpPr>
        <p:spPr>
          <a:xfrm>
            <a:off x="9761707" y="2069790"/>
            <a:ext cx="1530478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不确定性</a:t>
            </a:r>
            <a:endParaRPr lang="zh-CN" sz="1850"/>
          </a:p>
        </p:txBody>
      </p:sp>
      <p:sp>
        <p:nvSpPr>
          <p:cNvPr id="62" name="TextBox 62"/>
          <p:cNvSpPr txBox="1"/>
          <p:nvPr/>
        </p:nvSpPr>
        <p:spPr>
          <a:xfrm>
            <a:off x="5133833" y="3520100"/>
            <a:ext cx="1865726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只使用当前前缀</a:t>
            </a:r>
            <a:endParaRPr lang="zh-CN" sz="1850"/>
          </a:p>
        </p:txBody>
      </p:sp>
      <p:sp>
        <p:nvSpPr>
          <p:cNvPr id="63" name="TextBox 63"/>
          <p:cNvSpPr txBox="1"/>
          <p:nvPr/>
        </p:nvSpPr>
        <p:spPr>
          <a:xfrm>
            <a:off x="1249333" y="5305658"/>
            <a:ext cx="118065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首个证据</a:t>
            </a:r>
            <a:endParaRPr lang="zh-CN" sz="1850"/>
          </a:p>
        </p:txBody>
      </p:sp>
      <p:sp>
        <p:nvSpPr>
          <p:cNvPr id="64" name="TextBox 64"/>
          <p:cNvSpPr txBox="1"/>
          <p:nvPr/>
        </p:nvSpPr>
        <p:spPr>
          <a:xfrm>
            <a:off x="5228577" y="5305658"/>
            <a:ext cx="118065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有效告警</a:t>
            </a:r>
            <a:endParaRPr lang="zh-CN" sz="1850"/>
          </a:p>
        </p:txBody>
      </p:sp>
      <p:sp>
        <p:nvSpPr>
          <p:cNvPr id="65" name="TextBox 65"/>
          <p:cNvSpPr txBox="1"/>
          <p:nvPr/>
        </p:nvSpPr>
        <p:spPr>
          <a:xfrm>
            <a:off x="9236972" y="5305658"/>
            <a:ext cx="118065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动作提交</a:t>
            </a:r>
            <a:endParaRPr lang="zh-CN" sz="1850"/>
          </a:p>
        </p:txBody>
      </p:sp>
      <p:sp>
        <p:nvSpPr>
          <p:cNvPr id="66" name="TextBox 66"/>
          <p:cNvSpPr txBox="1"/>
          <p:nvPr/>
        </p:nvSpPr>
        <p:spPr>
          <a:xfrm>
            <a:off x="6810071" y="6114625"/>
            <a:ext cx="1843862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171717"/>
                </a:solidFill>
                <a:latin typeface="Noto Sans CJK SC"/>
                <a:ea typeface="Noto Sans CJK SC"/>
                <a:cs typeface="Noto Sans CJK SC"/>
              </a:rPr>
              <a:t>动作前干预窗口</a:t>
            </a:r>
            <a:endParaRPr lang="zh-CN" sz="1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70340" y="852695"/>
            <a:ext cx="0" cy="575751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6070340" y="2383173"/>
            <a:ext cx="0" cy="313384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1854237" y="2696557"/>
            <a:ext cx="8475934" cy="0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1854237" y="2696557"/>
            <a:ext cx="0" cy="327960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4623673" y="2696557"/>
            <a:ext cx="0" cy="327960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7465990" y="2696557"/>
            <a:ext cx="0" cy="327960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0330171" y="2696557"/>
            <a:ext cx="0" cy="327960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854237" y="4336355"/>
            <a:ext cx="0" cy="408128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7465990" y="4336355"/>
            <a:ext cx="0" cy="408128"/>
          </a:xfrm>
          <a:prstGeom prst="line">
            <a:avLst/>
          </a:prstGeom>
          <a:noFill/>
          <a:ln w="22860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4623673" y="4336355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4623673" y="4460251"/>
            <a:ext cx="0" cy="65592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 flipH="1">
            <a:off x="4550793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H="1">
            <a:off x="4426898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 flipH="1">
            <a:off x="4303002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H="1">
            <a:off x="4179106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H="1">
            <a:off x="4055210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H="1">
            <a:off x="3931314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H="1">
            <a:off x="3807418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>
            <a:off x="3683522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3559627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 flipH="1">
            <a:off x="3435731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 flipH="1">
            <a:off x="3311835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H="1">
            <a:off x="3187939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 flipH="1">
            <a:off x="3064043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 flipH="1">
            <a:off x="2940147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2816251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H="1">
            <a:off x="2692356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H="1">
            <a:off x="2568460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H="1">
            <a:off x="2444564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H="1">
            <a:off x="2320668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 flipH="1">
            <a:off x="2196772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 flipH="1">
            <a:off x="2072876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 flipH="1">
            <a:off x="1948980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H="1">
            <a:off x="1701189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 flipH="1">
            <a:off x="1577293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 flipH="1">
            <a:off x="1453397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 flipH="1">
            <a:off x="1329501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 flipH="1">
            <a:off x="1205605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H="1">
            <a:off x="1081709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 flipH="1">
            <a:off x="957814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 flipH="1">
            <a:off x="833918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 flipH="1">
            <a:off x="710022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 flipH="1">
            <a:off x="586126" y="4525843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 flipV="1">
            <a:off x="578838" y="4452963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V="1">
            <a:off x="578838" y="4329067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 flipV="1">
            <a:off x="578838" y="4205171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 flipV="1">
            <a:off x="578838" y="4081275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V="1">
            <a:off x="578838" y="3957379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578838" y="3833484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 flipV="1">
            <a:off x="578838" y="3709588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V="1">
            <a:off x="578838" y="3585692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 flipV="1">
            <a:off x="578838" y="3461796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V="1">
            <a:off x="578838" y="3337900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 flipV="1">
            <a:off x="578838" y="3214004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 flipV="1">
            <a:off x="578838" y="3090108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V="1">
            <a:off x="578838" y="2966213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V="1">
            <a:off x="578838" y="2842317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578838" y="2718421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 flipV="1">
            <a:off x="578838" y="2594525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 flipV="1">
            <a:off x="578838" y="2470629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V="1">
            <a:off x="578838" y="2346733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V="1">
            <a:off x="578838" y="2222837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V="1">
            <a:off x="578838" y="2098942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 flipV="1">
            <a:off x="578838" y="1975046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V="1">
            <a:off x="578838" y="1851150"/>
            <a:ext cx="0" cy="7288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578838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702734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826630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950526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1074421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198317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1322213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1446109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1570005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1693901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1817797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941692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2065588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2189484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2313380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2437276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2561172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2685068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2808963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2932859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3056755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3180651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3304547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3428443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3552339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3676234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3800130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3924026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4047922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4171818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4295714" y="1843862"/>
            <a:ext cx="72880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4419610" y="1843862"/>
            <a:ext cx="7288" cy="0"/>
          </a:xfrm>
          <a:prstGeom prst="line">
            <a:avLst/>
          </a:prstGeom>
          <a:noFill/>
          <a:ln w="19685">
            <a:solidFill>
              <a:srgbClr val="090909"/>
            </a:solidFill>
          </a:ln>
        </p:spPr>
        <p:txBody>
          <a:bodyPr/>
          <a:lstStyle/>
          <a:p/>
        </p:txBody>
      </p:sp>
      <p:sp>
        <p:nvSpPr>
          <p:cNvPr id="99" name="Polygon 99"/>
          <p:cNvSpPr/>
          <p:nvPr/>
        </p:nvSpPr>
        <p:spPr>
          <a:xfrm>
            <a:off x="6004748" y="1326414"/>
            <a:ext cx="131184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6171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Polygon 100"/>
          <p:cNvSpPr/>
          <p:nvPr/>
        </p:nvSpPr>
        <p:spPr>
          <a:xfrm>
            <a:off x="1788645" y="2929773"/>
            <a:ext cx="131184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6171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Polygon 101"/>
          <p:cNvSpPr/>
          <p:nvPr/>
        </p:nvSpPr>
        <p:spPr>
          <a:xfrm>
            <a:off x="4558081" y="2929773"/>
            <a:ext cx="131184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6171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Polygon 102"/>
          <p:cNvSpPr/>
          <p:nvPr/>
        </p:nvSpPr>
        <p:spPr>
          <a:xfrm>
            <a:off x="7400398" y="2929773"/>
            <a:ext cx="131184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6171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Polygon 103"/>
          <p:cNvSpPr/>
          <p:nvPr/>
        </p:nvSpPr>
        <p:spPr>
          <a:xfrm>
            <a:off x="10264579" y="2929773"/>
            <a:ext cx="131184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6171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Polygon 104"/>
          <p:cNvSpPr/>
          <p:nvPr/>
        </p:nvSpPr>
        <p:spPr>
          <a:xfrm>
            <a:off x="1788645" y="4635163"/>
            <a:ext cx="131184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6171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Polygon 105"/>
          <p:cNvSpPr/>
          <p:nvPr/>
        </p:nvSpPr>
        <p:spPr>
          <a:xfrm>
            <a:off x="7400398" y="4635163"/>
            <a:ext cx="131184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6171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Polygon 106"/>
          <p:cNvSpPr/>
          <p:nvPr/>
        </p:nvSpPr>
        <p:spPr>
          <a:xfrm>
            <a:off x="4361306" y="1778270"/>
            <a:ext cx="153048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6171" y="10800"/>
                </a:ln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909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491382" y="196776"/>
            <a:ext cx="11208931" cy="655919"/>
          </a:xfrm>
          <a:prstGeom prst="rect">
            <a:avLst/>
          </a:prstGeom>
          <a:solidFill>
            <a:srgbClr val="FFFFFF"/>
          </a:solidFill>
          <a:ln w="2667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4536217" y="1486750"/>
            <a:ext cx="3053668" cy="896423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819342" y="3090108"/>
            <a:ext cx="2055214" cy="1246247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3588779" y="3090108"/>
            <a:ext cx="2047926" cy="1246247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6416519" y="3090108"/>
            <a:ext cx="2091654" cy="1246247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9244260" y="3090108"/>
            <a:ext cx="2113518" cy="1246247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819342" y="4795498"/>
            <a:ext cx="2055214" cy="867271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6416519" y="4795498"/>
            <a:ext cx="2091654" cy="867271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469518" y="6005305"/>
            <a:ext cx="11179779" cy="575751"/>
          </a:xfrm>
          <a:prstGeom prst="rect">
            <a:avLst/>
          </a:prstGeom>
          <a:solidFill>
            <a:srgbClr val="FFFFFF"/>
          </a:solidFill>
          <a:ln w="22860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615278" y="459143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1437945" y="459143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4652825" y="1617934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921374" y="3206716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3690810" y="3206716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6525839" y="3206716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9346292" y="3206716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921374" y="4912106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6525839" y="4912106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578838" y="6238521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11416081" y="6238521"/>
            <a:ext cx="116608" cy="116608"/>
          </a:xfrm>
          <a:prstGeom prst="rect">
            <a:avLst/>
          </a:prstGeom>
          <a:solidFill>
            <a:srgbClr val="FFFFFF"/>
          </a:solidFill>
          <a:ln w="13335">
            <a:solidFill>
              <a:srgbClr val="000E58"/>
            </a:solidFill>
          </a:ln>
        </p:spPr>
        <p:txBody>
          <a:bodyPr/>
          <a:lstStyle/>
          <a:p/>
        </p:txBody>
      </p:sp>
      <p:sp>
        <p:nvSpPr>
          <p:cNvPr id="127" name="TextBox 127"/>
          <p:cNvSpPr txBox="1"/>
          <p:nvPr/>
        </p:nvSpPr>
        <p:spPr>
          <a:xfrm>
            <a:off x="2706932" y="342536"/>
            <a:ext cx="1370142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待发送回答</a:t>
            </a:r>
            <a:endParaRPr lang="zh-CN" sz="1950"/>
          </a:p>
        </p:txBody>
      </p:sp>
      <p:sp>
        <p:nvSpPr>
          <p:cNvPr id="128" name="TextBox 128"/>
          <p:cNvSpPr txBox="1"/>
          <p:nvPr/>
        </p:nvSpPr>
        <p:spPr>
          <a:xfrm>
            <a:off x="5592976" y="342536"/>
            <a:ext cx="1078623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工具行动</a:t>
            </a:r>
            <a:endParaRPr lang="zh-CN" sz="1950"/>
          </a:p>
        </p:txBody>
      </p:sp>
      <p:sp>
        <p:nvSpPr>
          <p:cNvPr id="129" name="TextBox 129"/>
          <p:cNvSpPr txBox="1"/>
          <p:nvPr/>
        </p:nvSpPr>
        <p:spPr>
          <a:xfrm>
            <a:off x="8573765" y="342536"/>
            <a:ext cx="1078623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记忆写入</a:t>
            </a:r>
            <a:endParaRPr lang="zh-CN" sz="1950"/>
          </a:p>
        </p:txBody>
      </p:sp>
      <p:sp>
        <p:nvSpPr>
          <p:cNvPr id="130" name="TextBox 130"/>
          <p:cNvSpPr txBox="1"/>
          <p:nvPr/>
        </p:nvSpPr>
        <p:spPr>
          <a:xfrm>
            <a:off x="5148409" y="1741830"/>
            <a:ext cx="1851150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权限与风险检查</a:t>
            </a:r>
            <a:endParaRPr lang="zh-CN" sz="1950"/>
          </a:p>
        </p:txBody>
      </p:sp>
      <p:sp>
        <p:nvSpPr>
          <p:cNvPr id="131" name="TextBox 131"/>
          <p:cNvSpPr txBox="1"/>
          <p:nvPr/>
        </p:nvSpPr>
        <p:spPr>
          <a:xfrm>
            <a:off x="1227469" y="3235868"/>
            <a:ext cx="1268111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6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低风险且授权</a:t>
            </a:r>
            <a:endParaRPr lang="zh-CN" sz="1660"/>
          </a:p>
        </p:txBody>
      </p:sp>
      <p:sp>
        <p:nvSpPr>
          <p:cNvPr id="132" name="TextBox 132"/>
          <p:cNvSpPr txBox="1"/>
          <p:nvPr/>
        </p:nvSpPr>
        <p:spPr>
          <a:xfrm>
            <a:off x="4018770" y="3235868"/>
            <a:ext cx="1209807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可修正风险</a:t>
            </a:r>
            <a:endParaRPr lang="zh-CN" sz="1700"/>
          </a:p>
        </p:txBody>
      </p:sp>
      <p:sp>
        <p:nvSpPr>
          <p:cNvPr id="133" name="TextBox 133"/>
          <p:cNvSpPr txBox="1"/>
          <p:nvPr/>
        </p:nvSpPr>
        <p:spPr>
          <a:xfrm>
            <a:off x="6737191" y="3235868"/>
            <a:ext cx="1472174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6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越权或不可修正</a:t>
            </a:r>
            <a:endParaRPr lang="zh-CN" sz="1660"/>
          </a:p>
        </p:txBody>
      </p:sp>
      <p:sp>
        <p:nvSpPr>
          <p:cNvPr id="134" name="TextBox 134"/>
          <p:cNvSpPr txBox="1"/>
          <p:nvPr/>
        </p:nvSpPr>
        <p:spPr>
          <a:xfrm>
            <a:off x="9681539" y="3235868"/>
            <a:ext cx="1282687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规范不确定</a:t>
            </a:r>
            <a:endParaRPr lang="zh-CN" sz="1700"/>
          </a:p>
        </p:txBody>
      </p:sp>
      <p:sp>
        <p:nvSpPr>
          <p:cNvPr id="135" name="TextBox 135"/>
          <p:cNvSpPr txBox="1"/>
          <p:nvPr/>
        </p:nvSpPr>
        <p:spPr>
          <a:xfrm>
            <a:off x="1511701" y="3753316"/>
            <a:ext cx="685071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执行</a:t>
            </a:r>
            <a:endParaRPr lang="zh-CN" sz="2050"/>
          </a:p>
        </p:txBody>
      </p:sp>
      <p:sp>
        <p:nvSpPr>
          <p:cNvPr id="136" name="TextBox 136"/>
          <p:cNvSpPr txBox="1"/>
          <p:nvPr/>
        </p:nvSpPr>
        <p:spPr>
          <a:xfrm>
            <a:off x="4157242" y="3753316"/>
            <a:ext cx="932863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重规划</a:t>
            </a:r>
            <a:endParaRPr lang="zh-CN" sz="2050"/>
          </a:p>
        </p:txBody>
      </p:sp>
      <p:sp>
        <p:nvSpPr>
          <p:cNvPr id="137" name="TextBox 137"/>
          <p:cNvSpPr txBox="1"/>
          <p:nvPr/>
        </p:nvSpPr>
        <p:spPr>
          <a:xfrm>
            <a:off x="7123454" y="3753316"/>
            <a:ext cx="685071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阻断</a:t>
            </a:r>
            <a:endParaRPr lang="zh-CN" sz="2050"/>
          </a:p>
        </p:txBody>
      </p:sp>
      <p:sp>
        <p:nvSpPr>
          <p:cNvPr id="138" name="TextBox 138"/>
          <p:cNvSpPr txBox="1"/>
          <p:nvPr/>
        </p:nvSpPr>
        <p:spPr>
          <a:xfrm>
            <a:off x="9681539" y="3753316"/>
            <a:ext cx="1304550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人工复核</a:t>
            </a:r>
            <a:endParaRPr lang="zh-CN" sz="2050"/>
          </a:p>
        </p:txBody>
      </p:sp>
      <p:sp>
        <p:nvSpPr>
          <p:cNvPr id="139" name="TextBox 139"/>
          <p:cNvSpPr txBox="1"/>
          <p:nvPr/>
        </p:nvSpPr>
        <p:spPr>
          <a:xfrm>
            <a:off x="1227469" y="5036002"/>
            <a:ext cx="1268111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提交动作</a:t>
            </a:r>
            <a:endParaRPr lang="zh-CN" sz="2050"/>
          </a:p>
        </p:txBody>
      </p:sp>
      <p:sp>
        <p:nvSpPr>
          <p:cNvPr id="140" name="TextBox 140"/>
          <p:cNvSpPr txBox="1"/>
          <p:nvPr/>
        </p:nvSpPr>
        <p:spPr>
          <a:xfrm>
            <a:off x="6824647" y="5036002"/>
            <a:ext cx="1289974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停止提交</a:t>
            </a:r>
            <a:endParaRPr lang="zh-CN" sz="2050"/>
          </a:p>
        </p:txBody>
      </p:sp>
      <p:sp>
        <p:nvSpPr>
          <p:cNvPr id="141" name="TextBox 141"/>
          <p:cNvSpPr txBox="1"/>
          <p:nvPr/>
        </p:nvSpPr>
        <p:spPr>
          <a:xfrm>
            <a:off x="2845403" y="6136489"/>
            <a:ext cx="2193685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共同记录：风险后果</a:t>
            </a:r>
            <a:endParaRPr lang="zh-CN" sz="1700"/>
          </a:p>
        </p:txBody>
      </p:sp>
      <p:sp>
        <p:nvSpPr>
          <p:cNvPr id="142" name="TextBox 142"/>
          <p:cNvSpPr txBox="1"/>
          <p:nvPr/>
        </p:nvSpPr>
        <p:spPr>
          <a:xfrm>
            <a:off x="6081272" y="6136489"/>
            <a:ext cx="1064047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正常完成</a:t>
            </a:r>
            <a:endParaRPr lang="zh-CN" sz="1700"/>
          </a:p>
        </p:txBody>
      </p:sp>
      <p:sp>
        <p:nvSpPr>
          <p:cNvPr id="143" name="TextBox 143"/>
          <p:cNvSpPr txBox="1"/>
          <p:nvPr/>
        </p:nvSpPr>
        <p:spPr>
          <a:xfrm>
            <a:off x="8223941" y="6136489"/>
            <a:ext cx="1042183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复核成本</a:t>
            </a:r>
            <a:endParaRPr lang="zh-CN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104127" y="123896"/>
            <a:ext cx="3658572" cy="808967"/>
          </a:xfrm>
          <a:prstGeom prst="rect">
            <a:avLst/>
          </a:prstGeom>
          <a:solidFill>
            <a:srgbClr val="FFFFFF"/>
          </a:solidFill>
          <a:ln w="26034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868375" y="123896"/>
            <a:ext cx="3658572" cy="808967"/>
          </a:xfrm>
          <a:prstGeom prst="rect">
            <a:avLst/>
          </a:prstGeom>
          <a:solidFill>
            <a:srgbClr val="FFFFFF"/>
          </a:solidFill>
          <a:ln w="26034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482549" y="1060403"/>
            <a:ext cx="1479462" cy="1457598"/>
          </a:xfrm>
          <a:prstGeom prst="rect">
            <a:avLst/>
          </a:prstGeom>
          <a:solidFill>
            <a:srgbClr val="FFFFFF"/>
          </a:solidFill>
          <a:ln w="26034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482549" y="2634609"/>
            <a:ext cx="1479462" cy="1457598"/>
          </a:xfrm>
          <a:prstGeom prst="rect">
            <a:avLst/>
          </a:prstGeom>
          <a:solidFill>
            <a:srgbClr val="FFFFFF"/>
          </a:solidFill>
          <a:ln w="26034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3104127" y="1053115"/>
            <a:ext cx="3658572" cy="1464886"/>
          </a:xfrm>
          <a:prstGeom prst="rect">
            <a:avLst/>
          </a:prstGeom>
          <a:solidFill>
            <a:srgbClr val="FFFFFF"/>
          </a:solidFill>
          <a:ln w="26034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868375" y="1053115"/>
            <a:ext cx="3658572" cy="1464886"/>
          </a:xfrm>
          <a:prstGeom prst="rect">
            <a:avLst/>
          </a:prstGeom>
          <a:solidFill>
            <a:srgbClr val="FFFFFF"/>
          </a:solidFill>
          <a:ln w="26034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3104127" y="2630965"/>
            <a:ext cx="3658572" cy="1461242"/>
          </a:xfrm>
          <a:prstGeom prst="rect">
            <a:avLst/>
          </a:prstGeom>
          <a:solidFill>
            <a:srgbClr val="FFFFFF"/>
          </a:solidFill>
          <a:ln w="26034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868375" y="2630965"/>
            <a:ext cx="3658572" cy="1461242"/>
          </a:xfrm>
          <a:prstGeom prst="rect">
            <a:avLst/>
          </a:prstGeom>
          <a:solidFill>
            <a:srgbClr val="FFFFFF"/>
          </a:solidFill>
          <a:ln w="26034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482549" y="4234323"/>
            <a:ext cx="9044397" cy="546599"/>
          </a:xfrm>
          <a:prstGeom prst="rect">
            <a:avLst/>
          </a:prstGeom>
          <a:solidFill>
            <a:srgbClr val="FFFFFF"/>
          </a:solidFill>
          <a:ln w="26034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482549" y="5123458"/>
            <a:ext cx="2488849" cy="801679"/>
          </a:xfrm>
          <a:prstGeom prst="rect">
            <a:avLst/>
          </a:prstGeom>
          <a:solidFill>
            <a:srgbClr val="FFFFFF"/>
          </a:solidFill>
          <a:ln w="26034">
            <a:solidFill>
              <a:srgbClr val="4A8CCC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729349" y="5123458"/>
            <a:ext cx="2510713" cy="801679"/>
          </a:xfrm>
          <a:prstGeom prst="rect">
            <a:avLst/>
          </a:prstGeom>
          <a:solidFill>
            <a:srgbClr val="FFFFFF"/>
          </a:solidFill>
          <a:ln w="26034">
            <a:solidFill>
              <a:srgbClr val="4A8CCC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8063605" y="5123458"/>
            <a:ext cx="2463341" cy="801679"/>
          </a:xfrm>
          <a:prstGeom prst="rect">
            <a:avLst/>
          </a:prstGeom>
          <a:solidFill>
            <a:srgbClr val="FFFFFF"/>
          </a:solidFill>
          <a:ln w="26034">
            <a:solidFill>
              <a:srgbClr val="4A8CCC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1482549" y="6089117"/>
            <a:ext cx="9044397" cy="535667"/>
          </a:xfrm>
          <a:prstGeom prst="rect">
            <a:avLst/>
          </a:prstGeom>
          <a:solidFill>
            <a:srgbClr val="FFFFFF"/>
          </a:solidFill>
          <a:ln w="26034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3224379" y="204064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6988627" y="204064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570005" y="1151503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570005" y="2732997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202515" y="1151503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6974051" y="1151503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202515" y="2736641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6977695" y="2736641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155A99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595513" y="4336355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562717" y="5210914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4A8CCC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4809517" y="5210914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4A8CCC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8147417" y="5210914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4A8CCC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573649" y="6187505"/>
            <a:ext cx="109320" cy="112964"/>
          </a:xfrm>
          <a:prstGeom prst="rect">
            <a:avLst/>
          </a:prstGeom>
          <a:solidFill>
            <a:srgbClr val="FFFFFF"/>
          </a:solidFill>
          <a:ln w="18415">
            <a:solidFill>
              <a:srgbClr val="082D61"/>
            </a:solidFill>
          </a:ln>
        </p:spPr>
        <p:txBody>
          <a:bodyPr/>
          <a:lstStyle/>
          <a:p/>
        </p:txBody>
      </p:sp>
      <p:sp>
        <p:nvSpPr>
          <p:cNvPr id="28" name="Polygon 28"/>
          <p:cNvSpPr/>
          <p:nvPr/>
        </p:nvSpPr>
        <p:spPr>
          <a:xfrm>
            <a:off x="4018770" y="5458706"/>
            <a:ext cx="648631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640"/>
                </a:moveTo>
                <a:lnTo>
                  <a:pt x="18202" y="8640"/>
                </a:lnTo>
                <a:lnTo>
                  <a:pt x="17474" y="0"/>
                </a:lnTo>
                <a:lnTo>
                  <a:pt x="21600" y="10800"/>
                </a:lnTo>
                <a:lnTo>
                  <a:pt x="17474" y="21600"/>
                </a:lnTo>
                <a:lnTo>
                  <a:pt x="18202" y="12960"/>
                </a:lnTo>
                <a:lnTo>
                  <a:pt x="0" y="12960"/>
                </a:lnTo>
                <a:close/>
              </a:path>
            </a:pathLst>
          </a:custGeom>
          <a:solidFill>
            <a:srgbClr val="4D4D4D"/>
          </a:solidFill>
          <a:ln w="381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29" name="Polygon 29"/>
          <p:cNvSpPr/>
          <p:nvPr/>
        </p:nvSpPr>
        <p:spPr>
          <a:xfrm>
            <a:off x="7291078" y="5458706"/>
            <a:ext cx="706935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640"/>
                </a:moveTo>
                <a:lnTo>
                  <a:pt x="18482" y="8640"/>
                </a:lnTo>
                <a:lnTo>
                  <a:pt x="17814" y="0"/>
                </a:lnTo>
                <a:lnTo>
                  <a:pt x="21600" y="10800"/>
                </a:lnTo>
                <a:lnTo>
                  <a:pt x="17814" y="21600"/>
                </a:lnTo>
                <a:lnTo>
                  <a:pt x="18482" y="12960"/>
                </a:lnTo>
                <a:lnTo>
                  <a:pt x="0" y="12960"/>
                </a:lnTo>
                <a:close/>
              </a:path>
            </a:pathLst>
          </a:custGeom>
          <a:solidFill>
            <a:srgbClr val="4D4D4D"/>
          </a:solidFill>
          <a:ln w="381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4295714" y="313384"/>
            <a:ext cx="1268111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正确约束</a:t>
            </a:r>
            <a:endParaRPr lang="zh-CN" sz="2150"/>
          </a:p>
        </p:txBody>
      </p:sp>
      <p:sp>
        <p:nvSpPr>
          <p:cNvPr id="31" name="TextBox 31"/>
          <p:cNvSpPr txBox="1"/>
          <p:nvPr/>
        </p:nvSpPr>
        <p:spPr>
          <a:xfrm>
            <a:off x="8056317" y="313384"/>
            <a:ext cx="1268111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打乱约束</a:t>
            </a:r>
            <a:endParaRPr lang="zh-CN" sz="2150"/>
          </a:p>
        </p:txBody>
      </p:sp>
      <p:sp>
        <p:nvSpPr>
          <p:cNvPr id="32" name="TextBox 32"/>
          <p:cNvSpPr txBox="1"/>
          <p:nvPr/>
        </p:nvSpPr>
        <p:spPr>
          <a:xfrm>
            <a:off x="1599157" y="1566918"/>
            <a:ext cx="1260823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保留证据</a:t>
            </a:r>
            <a:endParaRPr lang="zh-CN" sz="2150"/>
          </a:p>
        </p:txBody>
      </p:sp>
      <p:sp>
        <p:nvSpPr>
          <p:cNvPr id="33" name="TextBox 33"/>
          <p:cNvSpPr txBox="1"/>
          <p:nvPr/>
        </p:nvSpPr>
        <p:spPr>
          <a:xfrm>
            <a:off x="1599157" y="3119260"/>
            <a:ext cx="1260823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移除证据</a:t>
            </a:r>
            <a:endParaRPr lang="zh-CN" sz="2150"/>
          </a:p>
        </p:txBody>
      </p:sp>
      <p:sp>
        <p:nvSpPr>
          <p:cNvPr id="34" name="TextBox 34"/>
          <p:cNvSpPr txBox="1"/>
          <p:nvPr/>
        </p:nvSpPr>
        <p:spPr>
          <a:xfrm>
            <a:off x="2080164" y="5298370"/>
            <a:ext cx="1275399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开发家族</a:t>
            </a:r>
            <a:endParaRPr lang="zh-CN" sz="2150"/>
          </a:p>
        </p:txBody>
      </p:sp>
      <p:sp>
        <p:nvSpPr>
          <p:cNvPr id="35" name="TextBox 35"/>
          <p:cNvSpPr txBox="1"/>
          <p:nvPr/>
        </p:nvSpPr>
        <p:spPr>
          <a:xfrm>
            <a:off x="5359760" y="5298370"/>
            <a:ext cx="1275399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校准家族</a:t>
            </a:r>
            <a:endParaRPr lang="zh-CN" sz="2150"/>
          </a:p>
        </p:txBody>
      </p:sp>
      <p:sp>
        <p:nvSpPr>
          <p:cNvPr id="36" name="TextBox 36"/>
          <p:cNvSpPr txBox="1"/>
          <p:nvPr/>
        </p:nvSpPr>
        <p:spPr>
          <a:xfrm>
            <a:off x="8675797" y="5298370"/>
            <a:ext cx="1268111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留出家族</a:t>
            </a:r>
            <a:endParaRPr lang="zh-CN" sz="2150"/>
          </a:p>
        </p:txBody>
      </p:sp>
      <p:sp>
        <p:nvSpPr>
          <p:cNvPr id="37" name="TextBox 37"/>
          <p:cNvSpPr txBox="1"/>
          <p:nvPr/>
        </p:nvSpPr>
        <p:spPr>
          <a:xfrm>
            <a:off x="5257729" y="4314491"/>
            <a:ext cx="1668950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原始标签固定</a:t>
            </a:r>
            <a:endParaRPr lang="zh-CN" sz="2000"/>
          </a:p>
        </p:txBody>
      </p:sp>
      <p:sp>
        <p:nvSpPr>
          <p:cNvPr id="38" name="TextBox 38"/>
          <p:cNvSpPr txBox="1"/>
          <p:nvPr/>
        </p:nvSpPr>
        <p:spPr>
          <a:xfrm>
            <a:off x="5162985" y="6172929"/>
            <a:ext cx="2004198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测试前冻结方案</a:t>
            </a:r>
            <a:endParaRPr lang="zh-CN" sz="2000"/>
          </a:p>
        </p:txBody>
      </p:sp>
      <p:sp>
        <p:nvSpPr>
          <p:cNvPr id="39" name="TextBox 39"/>
          <p:cNvSpPr txBox="1"/>
          <p:nvPr/>
        </p:nvSpPr>
        <p:spPr>
          <a:xfrm>
            <a:off x="4558081" y="1537766"/>
            <a:ext cx="765239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50" b="1">
                <a:solidFill>
                  <a:srgbClr val="111111"/>
                </a:solidFill>
                <a:latin typeface="Noto Sans Display"/>
                <a:ea typeface="Noto Sans Display"/>
                <a:cs typeface="Noto Sans Display"/>
              </a:rPr>
              <a:t>R11</a:t>
            </a:r>
            <a:endParaRPr lang="zh-CN" sz="2750"/>
          </a:p>
        </p:txBody>
      </p:sp>
      <p:sp>
        <p:nvSpPr>
          <p:cNvPr id="40" name="TextBox 40"/>
          <p:cNvSpPr txBox="1"/>
          <p:nvPr/>
        </p:nvSpPr>
        <p:spPr>
          <a:xfrm>
            <a:off x="8340549" y="1537766"/>
            <a:ext cx="765239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50" b="1">
                <a:solidFill>
                  <a:srgbClr val="111111"/>
                </a:solidFill>
                <a:latin typeface="Noto Sans Display"/>
                <a:ea typeface="Noto Sans Display"/>
                <a:cs typeface="Noto Sans Display"/>
              </a:rPr>
              <a:t>R10</a:t>
            </a:r>
            <a:endParaRPr lang="zh-CN" sz="2750"/>
          </a:p>
        </p:txBody>
      </p:sp>
      <p:sp>
        <p:nvSpPr>
          <p:cNvPr id="41" name="TextBox 41"/>
          <p:cNvSpPr txBox="1"/>
          <p:nvPr/>
        </p:nvSpPr>
        <p:spPr>
          <a:xfrm>
            <a:off x="4558081" y="3111972"/>
            <a:ext cx="765239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50" b="1">
                <a:solidFill>
                  <a:srgbClr val="111111"/>
                </a:solidFill>
                <a:latin typeface="Noto Sans Display"/>
                <a:ea typeface="Noto Sans Display"/>
                <a:cs typeface="Noto Sans Display"/>
              </a:rPr>
              <a:t>R01</a:t>
            </a:r>
            <a:endParaRPr lang="zh-CN" sz="2750"/>
          </a:p>
        </p:txBody>
      </p:sp>
      <p:sp>
        <p:nvSpPr>
          <p:cNvPr id="42" name="TextBox 42"/>
          <p:cNvSpPr txBox="1"/>
          <p:nvPr/>
        </p:nvSpPr>
        <p:spPr>
          <a:xfrm>
            <a:off x="8355125" y="3111972"/>
            <a:ext cx="765239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50" b="1">
                <a:solidFill>
                  <a:srgbClr val="111111"/>
                </a:solidFill>
                <a:latin typeface="Noto Sans Display"/>
                <a:ea typeface="Noto Sans Display"/>
                <a:cs typeface="Noto Sans Display"/>
              </a:rPr>
              <a:t>R00</a:t>
            </a:r>
            <a:endParaRPr lang="zh-CN" sz="2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